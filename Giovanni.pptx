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1" r:id="rId3"/>
    <p:sldId id="258" r:id="rId4"/>
    <p:sldId id="260" r:id="rId5"/>
    <p:sldId id="259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06"/>
    <a:srgbClr val="4472C4"/>
    <a:srgbClr val="673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DB387-8DBB-40D4-B221-C421430E9EFA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DB6FD-4D3E-4BCE-8687-90178AE59EA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667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DB6FD-4D3E-4BCE-8687-90178AE59EA1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9716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CB65-96BD-77F7-AA28-C2EE8B08F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DF7BE3-47D6-34C7-BBC7-B86864734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AA12DE-5522-2D19-8832-1C661607F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A23ED3-6027-9CF5-4ABD-3B2805A19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DB6FD-4D3E-4BCE-8687-90178AE59EA1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5898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DDDC-FCD5-8B13-A437-A6FDD313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E4190A9-E094-D739-7788-E686B8DA9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69B0E01-FA9A-9B20-5AE5-47A51CF04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FA634C-B7A6-54A8-0D71-70F34A8B8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DB6FD-4D3E-4BCE-8687-90178AE59EA1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5080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8DCC-B640-DEE6-72A5-6B0825CC7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8798253-BE99-4964-023F-C8D06EE54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7BDFE9F-CA54-6F33-AF0D-54753FED4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3EEC87-1B46-AFA6-CC19-C17ACBAB1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DB6FD-4D3E-4BCE-8687-90178AE59EA1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4749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D530F-75CA-5844-259B-4A226E23E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CF8D00-9338-7C50-8743-543CEBD52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0AE3D1-F28E-A6C8-2B28-E8AC0B36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7AE34-AEB0-82DE-2B11-AC61C2F6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8819F2-1136-C4D9-28A5-A9C60564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478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F2948D-BB4B-7E05-3EF5-54DA66EC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2D1D6E-EFD8-57E0-064F-5D586380A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59E6C-120E-E7FC-498E-19003606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4AAE40-BD4D-474C-E47C-8206ADF6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C3F4F9-3C1D-69CC-D079-4C4CDF10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524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CB690F-214B-107F-748A-C9AC6401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0FD979-A456-3F02-7A3B-F9393BDD5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DACE1F-FB83-01E7-5DE7-D1F11C9E2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28275F-A5E3-C6E9-5C9A-FDEAC1999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A76FD5-D33B-1787-FEB3-F0BC52DA5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414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960DCC-CB3C-C1C9-D59E-755339649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2341C5-FB38-1E8E-12EB-A9A55E3A5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2EBDCE-CF1F-5C5D-A8E3-7DE238960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8B42B63-C07F-B425-4C4D-E5C35CB39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E79BFB-B605-E4EA-6459-DDDA06D51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312FE5-684C-852A-347E-751297AE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172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A68DC-5489-6C94-8EDC-2F1862C1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544467-AA9B-608E-43B9-FDC90E007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53ABFF-3476-8FB3-CA94-408EF901D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9E1C3C3-A245-DDE2-E96B-0FB961DDC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A6DE665-7140-F09F-9D3B-FA600AF87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2BC49F1-BE0B-1C75-8AEA-AEEB3467D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8B659D-B3A4-2C5E-CB37-F76C0F8B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DD30DAB-3ACC-1844-7843-894415264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579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8F241-E820-B1B8-4968-270F4ECE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D809EBC-290B-C149-9232-920E348C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0145EFE-B583-80E2-4DB5-216FD6DF8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D26578-6A78-04B6-5F67-F355B55B9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842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445DD5-8C01-EB89-C5FF-834356D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E3ADCE8-CD23-E074-5070-96CBAA188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4BD1E7-D5B8-D74D-B54B-E5F57D8E8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4542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08298C-CEBA-DE20-3B15-47A3171C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2BE99E-5B00-1F7B-B9F3-5E76F24CC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446791-F52F-2106-3681-94CC2B00E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0C5565-B73A-4DF5-465A-118FE995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5E5B03-A773-7129-F42A-52222B4C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1965C1-D102-69D4-4CDD-3BA19A87E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062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DDBE0D-61D6-D070-C84D-8D380147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5FC4123-FBCE-B49A-4638-1768E0D09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CAFA3A7-DF12-4679-296D-BE7AF8B36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89EABC-9969-3FFE-004A-EC3B3060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BF13CA-1317-D53B-2B25-A75C8260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DBC445-7DD6-D58D-9662-83637A39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9129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857EEA-341C-92FA-4522-2D961E53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729148-E470-97A6-3E61-C3017BFEE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162821-1A7A-31D9-D97A-7BA2B630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7ACCC2-B913-317A-756E-19AC012F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2E9C38-0F3C-9AA8-12A0-2FD2C040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369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298740B-03E6-764E-15AD-742BF65B8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86F7F6-C419-57E7-CE9F-90DAF5B44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0E5A04-63A0-464E-242C-CF655E70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B374B8-366B-B963-3505-3FBC2F48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611393-78E8-BC9F-B7C7-A6714829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89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D4D8416-D8D1-27E2-49AD-4FDABB9E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743776-98D2-B076-4AC3-F4A12C891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C84908-148F-4487-6ECA-5789F0241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9884B-DD9C-44C3-B796-B191EC92B62E}" type="datetimeFigureOut">
              <a:rPr lang="fr-FR" smtClean="0"/>
              <a:t>24/08/2026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F6AD19-0DBD-2891-26B7-C3A7F6CE2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0BDE5E-6F22-0BDC-4130-AAA7DB194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13715-8CF0-4E9C-ADBF-F3DEF4526F5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295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: Shape 55"/>
          <p:cNvSpPr/>
          <p:nvPr/>
        </p:nvSpPr>
        <p:spPr>
          <a:xfrm>
            <a:off x="5716092" y="0"/>
            <a:ext cx="6475908" cy="6858000"/>
          </a:xfrm>
          <a:custGeom>
            <a:avLst/>
            <a:gdLst>
              <a:gd name="connsiteX0" fmla="*/ 4232470 w 6475908"/>
              <a:gd name="connsiteY0" fmla="*/ 0 h 6858000"/>
              <a:gd name="connsiteX1" fmla="*/ 6475908 w 6475908"/>
              <a:gd name="connsiteY1" fmla="*/ 0 h 6858000"/>
              <a:gd name="connsiteX2" fmla="*/ 6475908 w 6475908"/>
              <a:gd name="connsiteY2" fmla="*/ 1027444 h 6858000"/>
              <a:gd name="connsiteX3" fmla="*/ 2877533 w 6475908"/>
              <a:gd name="connsiteY3" fmla="*/ 6858000 h 6858000"/>
              <a:gd name="connsiteX4" fmla="*/ 0 w 6475908"/>
              <a:gd name="connsiteY4" fmla="*/ 6858000 h 6858000"/>
              <a:gd name="connsiteX5" fmla="*/ 4232470 w 647590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75908" h="6858000">
                <a:moveTo>
                  <a:pt x="4232470" y="0"/>
                </a:moveTo>
                <a:lnTo>
                  <a:pt x="6475908" y="0"/>
                </a:lnTo>
                <a:lnTo>
                  <a:pt x="6475908" y="1027444"/>
                </a:lnTo>
                <a:lnTo>
                  <a:pt x="2877533" y="6858000"/>
                </a:lnTo>
                <a:lnTo>
                  <a:pt x="0" y="6858000"/>
                </a:lnTo>
                <a:lnTo>
                  <a:pt x="4232470" y="0"/>
                </a:lnTo>
                <a:close/>
              </a:path>
            </a:pathLst>
          </a:custGeom>
          <a:solidFill>
            <a:srgbClr val="FF6B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8" name="Group 57"/>
          <p:cNvGrpSpPr/>
          <p:nvPr/>
        </p:nvGrpSpPr>
        <p:grpSpPr>
          <a:xfrm>
            <a:off x="6802275" y="832427"/>
            <a:ext cx="5193146" cy="5193146"/>
            <a:chOff x="6802275" y="450174"/>
            <a:chExt cx="5193146" cy="5193146"/>
          </a:xfrm>
        </p:grpSpPr>
        <p:pic>
          <p:nvPicPr>
            <p:cNvPr id="43" name="Picture 42" descr="A person in a suit standing with her arms crossed&#10;&#10;Description automatically generated"/>
            <p:cNvPicPr>
              <a:picLocks noChangeAspect="1"/>
            </p:cNvPicPr>
            <p:nvPr/>
          </p:nvPicPr>
          <p:blipFill rotWithShape="1">
            <a:blip r:embed="rId2" cstate="print"/>
            <a:srcRect l="-2"/>
            <a:stretch>
              <a:fillRect/>
            </a:stretch>
          </p:blipFill>
          <p:spPr>
            <a:xfrm>
              <a:off x="7068645" y="702917"/>
              <a:ext cx="4660406" cy="4687660"/>
            </a:xfrm>
            <a:prstGeom prst="ellipse">
              <a:avLst/>
            </a:prstGeom>
            <a:ln w="60325">
              <a:solidFill>
                <a:srgbClr val="341D5C"/>
              </a:solidFill>
            </a:ln>
          </p:spPr>
        </p:pic>
        <p:sp>
          <p:nvSpPr>
            <p:cNvPr id="44" name="Oval 43"/>
            <p:cNvSpPr/>
            <p:nvPr/>
          </p:nvSpPr>
          <p:spPr>
            <a:xfrm>
              <a:off x="6802275" y="450174"/>
              <a:ext cx="5193146" cy="5193146"/>
            </a:xfrm>
            <a:prstGeom prst="ellipse">
              <a:avLst/>
            </a:prstGeom>
            <a:noFill/>
            <a:ln w="4762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11312984" y="5771573"/>
            <a:ext cx="1768620" cy="1768620"/>
            <a:chOff x="11502801" y="6174550"/>
            <a:chExt cx="1366900" cy="1366900"/>
          </a:xfrm>
        </p:grpSpPr>
        <p:sp>
          <p:nvSpPr>
            <p:cNvPr id="60" name="Oval 59"/>
            <p:cNvSpPr/>
            <p:nvPr/>
          </p:nvSpPr>
          <p:spPr>
            <a:xfrm>
              <a:off x="11502801" y="6174550"/>
              <a:ext cx="1366900" cy="1366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11729051" y="6400800"/>
              <a:ext cx="914400" cy="914400"/>
            </a:xfrm>
            <a:prstGeom prst="ellipse">
              <a:avLst/>
            </a:prstGeom>
            <a:solidFill>
              <a:srgbClr val="FF6B0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2" name="Oval 61"/>
          <p:cNvSpPr/>
          <p:nvPr/>
        </p:nvSpPr>
        <p:spPr>
          <a:xfrm>
            <a:off x="11117030" y="499766"/>
            <a:ext cx="391907" cy="39190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Oval 62"/>
          <p:cNvSpPr/>
          <p:nvPr/>
        </p:nvSpPr>
        <p:spPr>
          <a:xfrm>
            <a:off x="7068645" y="370938"/>
            <a:ext cx="391907" cy="3919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5803268" y="1465943"/>
            <a:ext cx="244196" cy="2441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Oval 64"/>
          <p:cNvSpPr/>
          <p:nvPr/>
        </p:nvSpPr>
        <p:spPr>
          <a:xfrm>
            <a:off x="6872691" y="5798023"/>
            <a:ext cx="391907" cy="39190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671499" y="1993267"/>
            <a:ext cx="537596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Bienvenue a Notre</a:t>
            </a:r>
          </a:p>
          <a:p>
            <a:pPr algn="ctr"/>
            <a:r>
              <a:rPr lang="en-US" sz="9000" b="1" dirty="0">
                <a:solidFill>
                  <a:srgbClr val="FF6B06"/>
                </a:solidFill>
                <a:latin typeface="Monotype Corsiva" panose="03010101010201010101" pitchFamily="66" charset="0"/>
              </a:rPr>
              <a:t>Presentation</a:t>
            </a:r>
          </a:p>
        </p:txBody>
      </p:sp>
      <p:sp>
        <p:nvSpPr>
          <p:cNvPr id="76" name="AutoShape 2" descr="Brand Assets - Pumble™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884310" y="-859734"/>
            <a:ext cx="1768620" cy="1768620"/>
            <a:chOff x="11502801" y="6174550"/>
            <a:chExt cx="1366900" cy="1366900"/>
          </a:xfrm>
        </p:grpSpPr>
        <p:sp>
          <p:nvSpPr>
            <p:cNvPr id="3" name="Oval 2"/>
            <p:cNvSpPr/>
            <p:nvPr/>
          </p:nvSpPr>
          <p:spPr>
            <a:xfrm>
              <a:off x="11502801" y="6174550"/>
              <a:ext cx="1366900" cy="1366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Oval 3"/>
            <p:cNvSpPr/>
            <p:nvPr/>
          </p:nvSpPr>
          <p:spPr>
            <a:xfrm>
              <a:off x="11729051" y="6400800"/>
              <a:ext cx="914400" cy="914400"/>
            </a:xfrm>
            <a:prstGeom prst="ellipse">
              <a:avLst/>
            </a:prstGeom>
            <a:solidFill>
              <a:srgbClr val="FF6B0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2" grpId="0" animBg="1"/>
      <p:bldP spid="63" grpId="0" animBg="1"/>
      <p:bldP spid="64" grpId="0" animBg="1"/>
      <p:bldP spid="65" grpId="0" animBg="1"/>
      <p:bldP spid="67" grpId="0"/>
      <p:bldP spid="7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ADE4D-5182-7C96-0364-A6C45AE5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96F9E4D-CBF5-3CA9-F87E-6A414F9382A3}"/>
              </a:ext>
            </a:extLst>
          </p:cNvPr>
          <p:cNvSpPr/>
          <p:nvPr/>
        </p:nvSpPr>
        <p:spPr>
          <a:xfrm>
            <a:off x="5716092" y="0"/>
            <a:ext cx="6475908" cy="6858000"/>
          </a:xfrm>
          <a:custGeom>
            <a:avLst/>
            <a:gdLst>
              <a:gd name="connsiteX0" fmla="*/ 4232470 w 6475908"/>
              <a:gd name="connsiteY0" fmla="*/ 0 h 6858000"/>
              <a:gd name="connsiteX1" fmla="*/ 6475908 w 6475908"/>
              <a:gd name="connsiteY1" fmla="*/ 0 h 6858000"/>
              <a:gd name="connsiteX2" fmla="*/ 6475908 w 6475908"/>
              <a:gd name="connsiteY2" fmla="*/ 1027444 h 6858000"/>
              <a:gd name="connsiteX3" fmla="*/ 2877533 w 6475908"/>
              <a:gd name="connsiteY3" fmla="*/ 6858000 h 6858000"/>
              <a:gd name="connsiteX4" fmla="*/ 0 w 6475908"/>
              <a:gd name="connsiteY4" fmla="*/ 6858000 h 6858000"/>
              <a:gd name="connsiteX5" fmla="*/ 4232470 w 647590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75908" h="6858000">
                <a:moveTo>
                  <a:pt x="4232470" y="0"/>
                </a:moveTo>
                <a:lnTo>
                  <a:pt x="6475908" y="0"/>
                </a:lnTo>
                <a:lnTo>
                  <a:pt x="6475908" y="1027444"/>
                </a:lnTo>
                <a:lnTo>
                  <a:pt x="2877533" y="6858000"/>
                </a:lnTo>
                <a:lnTo>
                  <a:pt x="0" y="6858000"/>
                </a:lnTo>
                <a:lnTo>
                  <a:pt x="4232470" y="0"/>
                </a:lnTo>
                <a:close/>
              </a:path>
            </a:pathLst>
          </a:custGeom>
          <a:solidFill>
            <a:srgbClr val="FF6B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09F5B50-7072-E8EC-0A29-891221004421}"/>
              </a:ext>
            </a:extLst>
          </p:cNvPr>
          <p:cNvGrpSpPr/>
          <p:nvPr/>
        </p:nvGrpSpPr>
        <p:grpSpPr>
          <a:xfrm>
            <a:off x="6802275" y="832427"/>
            <a:ext cx="5193146" cy="5193146"/>
            <a:chOff x="6802275" y="450174"/>
            <a:chExt cx="5193146" cy="5193146"/>
          </a:xfrm>
        </p:grpSpPr>
        <p:pic>
          <p:nvPicPr>
            <p:cNvPr id="43" name="Picture 42" descr="A person in a suit standing with her arms crossed&#10;&#10;Description automatically generated">
              <a:extLst>
                <a:ext uri="{FF2B5EF4-FFF2-40B4-BE49-F238E27FC236}">
                  <a16:creationId xmlns:a16="http://schemas.microsoft.com/office/drawing/2014/main" id="{67FD5874-009D-C83F-0C84-72933201EB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/>
            <a:srcRect l="-2"/>
            <a:stretch>
              <a:fillRect/>
            </a:stretch>
          </p:blipFill>
          <p:spPr>
            <a:xfrm>
              <a:off x="7068645" y="702917"/>
              <a:ext cx="4660406" cy="4687660"/>
            </a:xfrm>
            <a:prstGeom prst="ellipse">
              <a:avLst/>
            </a:prstGeom>
            <a:ln w="60325">
              <a:solidFill>
                <a:srgbClr val="341D5C"/>
              </a:solidFill>
            </a:ln>
          </p:spPr>
        </p:pic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D249D2F-E505-4B94-E6F5-E7ECB32B9545}"/>
                </a:ext>
              </a:extLst>
            </p:cNvPr>
            <p:cNvSpPr/>
            <p:nvPr/>
          </p:nvSpPr>
          <p:spPr>
            <a:xfrm>
              <a:off x="6802275" y="450174"/>
              <a:ext cx="5193146" cy="5193146"/>
            </a:xfrm>
            <a:prstGeom prst="ellipse">
              <a:avLst/>
            </a:prstGeom>
            <a:noFill/>
            <a:ln w="4762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0154291-ABB4-9C57-BF36-43722DFF9604}"/>
              </a:ext>
            </a:extLst>
          </p:cNvPr>
          <p:cNvGrpSpPr/>
          <p:nvPr/>
        </p:nvGrpSpPr>
        <p:grpSpPr>
          <a:xfrm>
            <a:off x="11312984" y="5771573"/>
            <a:ext cx="1768620" cy="1768620"/>
            <a:chOff x="11502801" y="6174550"/>
            <a:chExt cx="1366900" cy="13669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C3691B8-7011-41BD-3D87-3404E8353443}"/>
                </a:ext>
              </a:extLst>
            </p:cNvPr>
            <p:cNvSpPr/>
            <p:nvPr/>
          </p:nvSpPr>
          <p:spPr>
            <a:xfrm>
              <a:off x="11502801" y="6174550"/>
              <a:ext cx="1366900" cy="1366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40B5A9E-1815-1305-95EF-4D0B05F5BBDC}"/>
                </a:ext>
              </a:extLst>
            </p:cNvPr>
            <p:cNvSpPr/>
            <p:nvPr/>
          </p:nvSpPr>
          <p:spPr>
            <a:xfrm>
              <a:off x="11729051" y="6400800"/>
              <a:ext cx="914400" cy="914400"/>
            </a:xfrm>
            <a:prstGeom prst="ellipse">
              <a:avLst/>
            </a:prstGeom>
            <a:solidFill>
              <a:srgbClr val="FF6B0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78220EAC-9D59-F17D-20B0-690E9E7EF677}"/>
              </a:ext>
            </a:extLst>
          </p:cNvPr>
          <p:cNvSpPr/>
          <p:nvPr/>
        </p:nvSpPr>
        <p:spPr>
          <a:xfrm>
            <a:off x="11117030" y="499766"/>
            <a:ext cx="391907" cy="39190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8DCA209-7490-99B6-8C2E-492573EA7CFB}"/>
              </a:ext>
            </a:extLst>
          </p:cNvPr>
          <p:cNvSpPr/>
          <p:nvPr/>
        </p:nvSpPr>
        <p:spPr>
          <a:xfrm>
            <a:off x="7068645" y="370938"/>
            <a:ext cx="391907" cy="3919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FE2047D-715E-2D6A-A224-75133721DE42}"/>
              </a:ext>
            </a:extLst>
          </p:cNvPr>
          <p:cNvSpPr/>
          <p:nvPr/>
        </p:nvSpPr>
        <p:spPr>
          <a:xfrm>
            <a:off x="5803268" y="1465943"/>
            <a:ext cx="244196" cy="2441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22C54C8-1A69-002F-C7D6-70642CDFC9B6}"/>
              </a:ext>
            </a:extLst>
          </p:cNvPr>
          <p:cNvSpPr/>
          <p:nvPr/>
        </p:nvSpPr>
        <p:spPr>
          <a:xfrm>
            <a:off x="6872691" y="5798023"/>
            <a:ext cx="391907" cy="39190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1B2F2EB-1A48-8E9E-F5F8-55E3A844BA1F}"/>
              </a:ext>
            </a:extLst>
          </p:cNvPr>
          <p:cNvSpPr txBox="1"/>
          <p:nvPr/>
        </p:nvSpPr>
        <p:spPr>
          <a:xfrm>
            <a:off x="671499" y="1993267"/>
            <a:ext cx="537596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Bienvenue a Notre</a:t>
            </a:r>
          </a:p>
          <a:p>
            <a:pPr algn="ctr"/>
            <a:r>
              <a:rPr lang="en-US" sz="9000" b="1" dirty="0">
                <a:solidFill>
                  <a:srgbClr val="FF6B06"/>
                </a:solidFill>
                <a:latin typeface="Monotype Corsiva" panose="03010101010201010101" pitchFamily="66" charset="0"/>
              </a:rPr>
              <a:t>Presentation</a:t>
            </a:r>
          </a:p>
        </p:txBody>
      </p:sp>
      <p:sp>
        <p:nvSpPr>
          <p:cNvPr id="76" name="AutoShape 2" descr="Brand Assets - Pumble™">
            <a:extLst>
              <a:ext uri="{FF2B5EF4-FFF2-40B4-BE49-F238E27FC236}">
                <a16:creationId xmlns:a16="http://schemas.microsoft.com/office/drawing/2014/main" id="{453BCDAE-659F-E3FC-B093-4286A68975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D0AC53-92E4-4C6B-748E-07579681EFE3}"/>
              </a:ext>
            </a:extLst>
          </p:cNvPr>
          <p:cNvGrpSpPr/>
          <p:nvPr/>
        </p:nvGrpSpPr>
        <p:grpSpPr>
          <a:xfrm>
            <a:off x="-884310" y="-859734"/>
            <a:ext cx="1768620" cy="1768620"/>
            <a:chOff x="11502801" y="6174550"/>
            <a:chExt cx="1366900" cy="13669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36CDCB2-267F-372B-7725-EDA0E700E56F}"/>
                </a:ext>
              </a:extLst>
            </p:cNvPr>
            <p:cNvSpPr/>
            <p:nvPr/>
          </p:nvSpPr>
          <p:spPr>
            <a:xfrm>
              <a:off x="11502801" y="6174550"/>
              <a:ext cx="1366900" cy="1366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DA67505-5192-C162-CB61-BFE30D540643}"/>
                </a:ext>
              </a:extLst>
            </p:cNvPr>
            <p:cNvSpPr/>
            <p:nvPr/>
          </p:nvSpPr>
          <p:spPr>
            <a:xfrm>
              <a:off x="11729051" y="6400800"/>
              <a:ext cx="914400" cy="914400"/>
            </a:xfrm>
            <a:prstGeom prst="ellipse">
              <a:avLst/>
            </a:prstGeom>
            <a:solidFill>
              <a:srgbClr val="FF6B0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6095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6" presetClass="exit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animEffect transition="out" filter="barn(inVertical)">
                                      <p:cBhvr>
                                        <p:cTn id="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2" grpId="0" animBg="1"/>
      <p:bldP spid="63" grpId="0" animBg="1"/>
      <p:bldP spid="64" grpId="0" animBg="1"/>
      <p:bldP spid="65" grpId="0" animBg="1"/>
      <p:bldP spid="67" grpId="0"/>
      <p:bldP spid="7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0" y="5760830"/>
            <a:ext cx="2050570" cy="1116220"/>
            <a:chOff x="0" y="5760830"/>
            <a:chExt cx="2050570" cy="1116220"/>
          </a:xfrm>
          <a:solidFill>
            <a:srgbClr val="FF6B06"/>
          </a:solidFill>
        </p:grpSpPr>
        <p:sp>
          <p:nvSpPr>
            <p:cNvPr id="7" name="Google Shape;12;p2"/>
            <p:cNvSpPr/>
            <p:nvPr/>
          </p:nvSpPr>
          <p:spPr>
            <a:xfrm rot="10800000">
              <a:off x="0" y="5811458"/>
              <a:ext cx="2050570" cy="1065592"/>
            </a:xfrm>
            <a:custGeom>
              <a:avLst/>
              <a:gdLst>
                <a:gd name="connsiteX0" fmla="*/ 5281 w 64821"/>
                <a:gd name="connsiteY0" fmla="*/ 0 h 36832"/>
                <a:gd name="connsiteX1" fmla="*/ 15 w 64821"/>
                <a:gd name="connsiteY1" fmla="*/ 874 h 36832"/>
                <a:gd name="connsiteX2" fmla="*/ 5037 w 64821"/>
                <a:gd name="connsiteY2" fmla="*/ 2593 h 36832"/>
                <a:gd name="connsiteX3" fmla="*/ 10103 w 64821"/>
                <a:gd name="connsiteY3" fmla="*/ 6454 h 36832"/>
                <a:gd name="connsiteX4" fmla="*/ 24767 w 64821"/>
                <a:gd name="connsiteY4" fmla="*/ 22345 h 36832"/>
                <a:gd name="connsiteX5" fmla="*/ 25984 w 64821"/>
                <a:gd name="connsiteY5" fmla="*/ 22437 h 36832"/>
                <a:gd name="connsiteX6" fmla="*/ 38649 w 64821"/>
                <a:gd name="connsiteY6" fmla="*/ 15314 h 36832"/>
                <a:gd name="connsiteX7" fmla="*/ 41913 w 64821"/>
                <a:gd name="connsiteY7" fmla="*/ 14362 h 36832"/>
                <a:gd name="connsiteX8" fmla="*/ 45010 w 64821"/>
                <a:gd name="connsiteY8" fmla="*/ 15203 h 36832"/>
                <a:gd name="connsiteX9" fmla="*/ 50412 w 64821"/>
                <a:gd name="connsiteY9" fmla="*/ 27010 h 36832"/>
                <a:gd name="connsiteX10" fmla="*/ 64821 w 64821"/>
                <a:gd name="connsiteY10" fmla="*/ 36832 h 36832"/>
                <a:gd name="connsiteX11" fmla="*/ 64472 w 64821"/>
                <a:gd name="connsiteY11" fmla="*/ 2994 h 36832"/>
                <a:gd name="connsiteX12" fmla="*/ 42756 w 64821"/>
                <a:gd name="connsiteY12" fmla="*/ 1254 h 36832"/>
                <a:gd name="connsiteX13" fmla="*/ 12692 w 64821"/>
                <a:gd name="connsiteY13" fmla="*/ 249 h 36832"/>
                <a:gd name="connsiteX14" fmla="*/ 5281 w 64821"/>
                <a:gd name="connsiteY14" fmla="*/ 0 h 36832"/>
                <a:gd name="connsiteX0-1" fmla="*/ 5281 w 64821"/>
                <a:gd name="connsiteY0-2" fmla="*/ 0 h 36832"/>
                <a:gd name="connsiteX1-3" fmla="*/ 15 w 64821"/>
                <a:gd name="connsiteY1-4" fmla="*/ 874 h 36832"/>
                <a:gd name="connsiteX2-5" fmla="*/ 5037 w 64821"/>
                <a:gd name="connsiteY2-6" fmla="*/ 2593 h 36832"/>
                <a:gd name="connsiteX3-7" fmla="*/ 10103 w 64821"/>
                <a:gd name="connsiteY3-8" fmla="*/ 6454 h 36832"/>
                <a:gd name="connsiteX4-9" fmla="*/ 24767 w 64821"/>
                <a:gd name="connsiteY4-10" fmla="*/ 22345 h 36832"/>
                <a:gd name="connsiteX5-11" fmla="*/ 25984 w 64821"/>
                <a:gd name="connsiteY5-12" fmla="*/ 22437 h 36832"/>
                <a:gd name="connsiteX6-13" fmla="*/ 38649 w 64821"/>
                <a:gd name="connsiteY6-14" fmla="*/ 15314 h 36832"/>
                <a:gd name="connsiteX7-15" fmla="*/ 41913 w 64821"/>
                <a:gd name="connsiteY7-16" fmla="*/ 14362 h 36832"/>
                <a:gd name="connsiteX8-17" fmla="*/ 45010 w 64821"/>
                <a:gd name="connsiteY8-18" fmla="*/ 15203 h 36832"/>
                <a:gd name="connsiteX9-19" fmla="*/ 50412 w 64821"/>
                <a:gd name="connsiteY9-20" fmla="*/ 27010 h 36832"/>
                <a:gd name="connsiteX10-21" fmla="*/ 64821 w 64821"/>
                <a:gd name="connsiteY10-22" fmla="*/ 36832 h 36832"/>
                <a:gd name="connsiteX11-23" fmla="*/ 64821 w 64821"/>
                <a:gd name="connsiteY11-24" fmla="*/ 2231 h 36832"/>
                <a:gd name="connsiteX12-25" fmla="*/ 42756 w 64821"/>
                <a:gd name="connsiteY12-26" fmla="*/ 1254 h 36832"/>
                <a:gd name="connsiteX13-27" fmla="*/ 12692 w 64821"/>
                <a:gd name="connsiteY13-28" fmla="*/ 249 h 36832"/>
                <a:gd name="connsiteX14-29" fmla="*/ 5281 w 64821"/>
                <a:gd name="connsiteY14-30" fmla="*/ 0 h 36832"/>
                <a:gd name="connsiteX0-31" fmla="*/ 5281 w 64821"/>
                <a:gd name="connsiteY0-32" fmla="*/ 0 h 36832"/>
                <a:gd name="connsiteX1-33" fmla="*/ 15 w 64821"/>
                <a:gd name="connsiteY1-34" fmla="*/ 874 h 36832"/>
                <a:gd name="connsiteX2-35" fmla="*/ 5037 w 64821"/>
                <a:gd name="connsiteY2-36" fmla="*/ 2593 h 36832"/>
                <a:gd name="connsiteX3-37" fmla="*/ 10103 w 64821"/>
                <a:gd name="connsiteY3-38" fmla="*/ 6454 h 36832"/>
                <a:gd name="connsiteX4-39" fmla="*/ 24767 w 64821"/>
                <a:gd name="connsiteY4-40" fmla="*/ 22345 h 36832"/>
                <a:gd name="connsiteX5-41" fmla="*/ 25984 w 64821"/>
                <a:gd name="connsiteY5-42" fmla="*/ 22437 h 36832"/>
                <a:gd name="connsiteX6-43" fmla="*/ 38649 w 64821"/>
                <a:gd name="connsiteY6-44" fmla="*/ 15314 h 36832"/>
                <a:gd name="connsiteX7-45" fmla="*/ 41913 w 64821"/>
                <a:gd name="connsiteY7-46" fmla="*/ 14362 h 36832"/>
                <a:gd name="connsiteX8-47" fmla="*/ 45010 w 64821"/>
                <a:gd name="connsiteY8-48" fmla="*/ 15203 h 36832"/>
                <a:gd name="connsiteX9-49" fmla="*/ 50412 w 64821"/>
                <a:gd name="connsiteY9-50" fmla="*/ 27010 h 36832"/>
                <a:gd name="connsiteX10-51" fmla="*/ 64821 w 64821"/>
                <a:gd name="connsiteY10-52" fmla="*/ 36832 h 36832"/>
                <a:gd name="connsiteX11-53" fmla="*/ 64821 w 64821"/>
                <a:gd name="connsiteY11-54" fmla="*/ 2231 h 36832"/>
                <a:gd name="connsiteX12-55" fmla="*/ 42756 w 64821"/>
                <a:gd name="connsiteY12-56" fmla="*/ 1254 h 36832"/>
                <a:gd name="connsiteX13-57" fmla="*/ 12692 w 64821"/>
                <a:gd name="connsiteY13-58" fmla="*/ 249 h 36832"/>
                <a:gd name="connsiteX14-59" fmla="*/ 5281 w 64821"/>
                <a:gd name="connsiteY14-60" fmla="*/ 0 h 36832"/>
                <a:gd name="connsiteX0-61" fmla="*/ 5281 w 64821"/>
                <a:gd name="connsiteY0-62" fmla="*/ 0 h 36832"/>
                <a:gd name="connsiteX1-63" fmla="*/ 15 w 64821"/>
                <a:gd name="connsiteY1-64" fmla="*/ 874 h 36832"/>
                <a:gd name="connsiteX2-65" fmla="*/ 5037 w 64821"/>
                <a:gd name="connsiteY2-66" fmla="*/ 2593 h 36832"/>
                <a:gd name="connsiteX3-67" fmla="*/ 10103 w 64821"/>
                <a:gd name="connsiteY3-68" fmla="*/ 6454 h 36832"/>
                <a:gd name="connsiteX4-69" fmla="*/ 24767 w 64821"/>
                <a:gd name="connsiteY4-70" fmla="*/ 22345 h 36832"/>
                <a:gd name="connsiteX5-71" fmla="*/ 25984 w 64821"/>
                <a:gd name="connsiteY5-72" fmla="*/ 22437 h 36832"/>
                <a:gd name="connsiteX6-73" fmla="*/ 38649 w 64821"/>
                <a:gd name="connsiteY6-74" fmla="*/ 15314 h 36832"/>
                <a:gd name="connsiteX7-75" fmla="*/ 41913 w 64821"/>
                <a:gd name="connsiteY7-76" fmla="*/ 14362 h 36832"/>
                <a:gd name="connsiteX8-77" fmla="*/ 45010 w 64821"/>
                <a:gd name="connsiteY8-78" fmla="*/ 15203 h 36832"/>
                <a:gd name="connsiteX9-79" fmla="*/ 50412 w 64821"/>
                <a:gd name="connsiteY9-80" fmla="*/ 27010 h 36832"/>
                <a:gd name="connsiteX10-81" fmla="*/ 64821 w 64821"/>
                <a:gd name="connsiteY10-82" fmla="*/ 36832 h 36832"/>
                <a:gd name="connsiteX11-83" fmla="*/ 64647 w 64821"/>
                <a:gd name="connsiteY11-84" fmla="*/ 2422 h 36832"/>
                <a:gd name="connsiteX12-85" fmla="*/ 42756 w 64821"/>
                <a:gd name="connsiteY12-86" fmla="*/ 1254 h 36832"/>
                <a:gd name="connsiteX13-87" fmla="*/ 12692 w 64821"/>
                <a:gd name="connsiteY13-88" fmla="*/ 249 h 36832"/>
                <a:gd name="connsiteX14-89" fmla="*/ 5281 w 64821"/>
                <a:gd name="connsiteY14-90" fmla="*/ 0 h 36832"/>
                <a:gd name="connsiteX0-91" fmla="*/ 5281 w 64821"/>
                <a:gd name="connsiteY0-92" fmla="*/ 371 h 37203"/>
                <a:gd name="connsiteX1-93" fmla="*/ 15 w 64821"/>
                <a:gd name="connsiteY1-94" fmla="*/ 1245 h 37203"/>
                <a:gd name="connsiteX2-95" fmla="*/ 5037 w 64821"/>
                <a:gd name="connsiteY2-96" fmla="*/ 2964 h 37203"/>
                <a:gd name="connsiteX3-97" fmla="*/ 10103 w 64821"/>
                <a:gd name="connsiteY3-98" fmla="*/ 6825 h 37203"/>
                <a:gd name="connsiteX4-99" fmla="*/ 24767 w 64821"/>
                <a:gd name="connsiteY4-100" fmla="*/ 22716 h 37203"/>
                <a:gd name="connsiteX5-101" fmla="*/ 25984 w 64821"/>
                <a:gd name="connsiteY5-102" fmla="*/ 22808 h 37203"/>
                <a:gd name="connsiteX6-103" fmla="*/ 38649 w 64821"/>
                <a:gd name="connsiteY6-104" fmla="*/ 15685 h 37203"/>
                <a:gd name="connsiteX7-105" fmla="*/ 41913 w 64821"/>
                <a:gd name="connsiteY7-106" fmla="*/ 14733 h 37203"/>
                <a:gd name="connsiteX8-107" fmla="*/ 45010 w 64821"/>
                <a:gd name="connsiteY8-108" fmla="*/ 15574 h 37203"/>
                <a:gd name="connsiteX9-109" fmla="*/ 50412 w 64821"/>
                <a:gd name="connsiteY9-110" fmla="*/ 27381 h 37203"/>
                <a:gd name="connsiteX10-111" fmla="*/ 64821 w 64821"/>
                <a:gd name="connsiteY10-112" fmla="*/ 37203 h 37203"/>
                <a:gd name="connsiteX11-113" fmla="*/ 64780 w 64821"/>
                <a:gd name="connsiteY11-114" fmla="*/ 322 h 37203"/>
                <a:gd name="connsiteX12-115" fmla="*/ 42756 w 64821"/>
                <a:gd name="connsiteY12-116" fmla="*/ 1625 h 37203"/>
                <a:gd name="connsiteX13-117" fmla="*/ 12692 w 64821"/>
                <a:gd name="connsiteY13-118" fmla="*/ 620 h 37203"/>
                <a:gd name="connsiteX14-119" fmla="*/ 5281 w 64821"/>
                <a:gd name="connsiteY14-120" fmla="*/ 371 h 37203"/>
                <a:gd name="connsiteX0-121" fmla="*/ 5281 w 64821"/>
                <a:gd name="connsiteY0-122" fmla="*/ 588 h 37420"/>
                <a:gd name="connsiteX1-123" fmla="*/ 15 w 64821"/>
                <a:gd name="connsiteY1-124" fmla="*/ 1462 h 37420"/>
                <a:gd name="connsiteX2-125" fmla="*/ 5037 w 64821"/>
                <a:gd name="connsiteY2-126" fmla="*/ 3181 h 37420"/>
                <a:gd name="connsiteX3-127" fmla="*/ 10103 w 64821"/>
                <a:gd name="connsiteY3-128" fmla="*/ 7042 h 37420"/>
                <a:gd name="connsiteX4-129" fmla="*/ 24767 w 64821"/>
                <a:gd name="connsiteY4-130" fmla="*/ 22933 h 37420"/>
                <a:gd name="connsiteX5-131" fmla="*/ 25984 w 64821"/>
                <a:gd name="connsiteY5-132" fmla="*/ 23025 h 37420"/>
                <a:gd name="connsiteX6-133" fmla="*/ 38649 w 64821"/>
                <a:gd name="connsiteY6-134" fmla="*/ 15902 h 37420"/>
                <a:gd name="connsiteX7-135" fmla="*/ 41913 w 64821"/>
                <a:gd name="connsiteY7-136" fmla="*/ 14950 h 37420"/>
                <a:gd name="connsiteX8-137" fmla="*/ 45010 w 64821"/>
                <a:gd name="connsiteY8-138" fmla="*/ 15791 h 37420"/>
                <a:gd name="connsiteX9-139" fmla="*/ 50412 w 64821"/>
                <a:gd name="connsiteY9-140" fmla="*/ 27598 h 37420"/>
                <a:gd name="connsiteX10-141" fmla="*/ 64821 w 64821"/>
                <a:gd name="connsiteY10-142" fmla="*/ 37420 h 37420"/>
                <a:gd name="connsiteX11-143" fmla="*/ 64780 w 64821"/>
                <a:gd name="connsiteY11-144" fmla="*/ 539 h 37420"/>
                <a:gd name="connsiteX12-145" fmla="*/ 41692 w 64821"/>
                <a:gd name="connsiteY12-146" fmla="*/ 388 h 37420"/>
                <a:gd name="connsiteX13-147" fmla="*/ 12692 w 64821"/>
                <a:gd name="connsiteY13-148" fmla="*/ 837 h 37420"/>
                <a:gd name="connsiteX14-149" fmla="*/ 5281 w 64821"/>
                <a:gd name="connsiteY14-150" fmla="*/ 588 h 37420"/>
                <a:gd name="connsiteX0-151" fmla="*/ 5281 w 64821"/>
                <a:gd name="connsiteY0-152" fmla="*/ 588 h 37420"/>
                <a:gd name="connsiteX1-153" fmla="*/ 15 w 64821"/>
                <a:gd name="connsiteY1-154" fmla="*/ 1462 h 37420"/>
                <a:gd name="connsiteX2-155" fmla="*/ 5037 w 64821"/>
                <a:gd name="connsiteY2-156" fmla="*/ 3181 h 37420"/>
                <a:gd name="connsiteX3-157" fmla="*/ 10103 w 64821"/>
                <a:gd name="connsiteY3-158" fmla="*/ 7042 h 37420"/>
                <a:gd name="connsiteX4-159" fmla="*/ 24767 w 64821"/>
                <a:gd name="connsiteY4-160" fmla="*/ 22933 h 37420"/>
                <a:gd name="connsiteX5-161" fmla="*/ 25984 w 64821"/>
                <a:gd name="connsiteY5-162" fmla="*/ 23025 h 37420"/>
                <a:gd name="connsiteX6-163" fmla="*/ 38649 w 64821"/>
                <a:gd name="connsiteY6-164" fmla="*/ 15902 h 37420"/>
                <a:gd name="connsiteX7-165" fmla="*/ 41913 w 64821"/>
                <a:gd name="connsiteY7-166" fmla="*/ 14950 h 37420"/>
                <a:gd name="connsiteX8-167" fmla="*/ 45010 w 64821"/>
                <a:gd name="connsiteY8-168" fmla="*/ 15791 h 37420"/>
                <a:gd name="connsiteX9-169" fmla="*/ 50412 w 64821"/>
                <a:gd name="connsiteY9-170" fmla="*/ 27598 h 37420"/>
                <a:gd name="connsiteX10-171" fmla="*/ 64821 w 64821"/>
                <a:gd name="connsiteY10-172" fmla="*/ 37420 h 37420"/>
                <a:gd name="connsiteX11-173" fmla="*/ 64780 w 64821"/>
                <a:gd name="connsiteY11-174" fmla="*/ 539 h 37420"/>
                <a:gd name="connsiteX12-175" fmla="*/ 41692 w 64821"/>
                <a:gd name="connsiteY12-176" fmla="*/ 388 h 37420"/>
                <a:gd name="connsiteX13-177" fmla="*/ 12692 w 64821"/>
                <a:gd name="connsiteY13-178" fmla="*/ 837 h 37420"/>
                <a:gd name="connsiteX14-179" fmla="*/ 5281 w 64821"/>
                <a:gd name="connsiteY14-180" fmla="*/ 588 h 37420"/>
                <a:gd name="connsiteX0-181" fmla="*/ 5281 w 64821"/>
                <a:gd name="connsiteY0-182" fmla="*/ 525 h 37357"/>
                <a:gd name="connsiteX1-183" fmla="*/ 15 w 64821"/>
                <a:gd name="connsiteY1-184" fmla="*/ 1399 h 37357"/>
                <a:gd name="connsiteX2-185" fmla="*/ 5037 w 64821"/>
                <a:gd name="connsiteY2-186" fmla="*/ 3118 h 37357"/>
                <a:gd name="connsiteX3-187" fmla="*/ 10103 w 64821"/>
                <a:gd name="connsiteY3-188" fmla="*/ 6979 h 37357"/>
                <a:gd name="connsiteX4-189" fmla="*/ 24767 w 64821"/>
                <a:gd name="connsiteY4-190" fmla="*/ 22870 h 37357"/>
                <a:gd name="connsiteX5-191" fmla="*/ 25984 w 64821"/>
                <a:gd name="connsiteY5-192" fmla="*/ 22962 h 37357"/>
                <a:gd name="connsiteX6-193" fmla="*/ 38649 w 64821"/>
                <a:gd name="connsiteY6-194" fmla="*/ 15839 h 37357"/>
                <a:gd name="connsiteX7-195" fmla="*/ 41913 w 64821"/>
                <a:gd name="connsiteY7-196" fmla="*/ 14887 h 37357"/>
                <a:gd name="connsiteX8-197" fmla="*/ 45010 w 64821"/>
                <a:gd name="connsiteY8-198" fmla="*/ 15728 h 37357"/>
                <a:gd name="connsiteX9-199" fmla="*/ 50412 w 64821"/>
                <a:gd name="connsiteY9-200" fmla="*/ 27535 h 37357"/>
                <a:gd name="connsiteX10-201" fmla="*/ 64821 w 64821"/>
                <a:gd name="connsiteY10-202" fmla="*/ 37357 h 37357"/>
                <a:gd name="connsiteX11-203" fmla="*/ 64780 w 64821"/>
                <a:gd name="connsiteY11-204" fmla="*/ 476 h 37357"/>
                <a:gd name="connsiteX12-205" fmla="*/ 41692 w 64821"/>
                <a:gd name="connsiteY12-206" fmla="*/ 325 h 37357"/>
                <a:gd name="connsiteX13-207" fmla="*/ 12692 w 64821"/>
                <a:gd name="connsiteY13-208" fmla="*/ 774 h 37357"/>
                <a:gd name="connsiteX14-209" fmla="*/ 5281 w 64821"/>
                <a:gd name="connsiteY14-210" fmla="*/ 525 h 37357"/>
                <a:gd name="connsiteX0-211" fmla="*/ 5281 w 64821"/>
                <a:gd name="connsiteY0-212" fmla="*/ 200 h 37032"/>
                <a:gd name="connsiteX1-213" fmla="*/ 15 w 64821"/>
                <a:gd name="connsiteY1-214" fmla="*/ 1074 h 37032"/>
                <a:gd name="connsiteX2-215" fmla="*/ 5037 w 64821"/>
                <a:gd name="connsiteY2-216" fmla="*/ 2793 h 37032"/>
                <a:gd name="connsiteX3-217" fmla="*/ 10103 w 64821"/>
                <a:gd name="connsiteY3-218" fmla="*/ 6654 h 37032"/>
                <a:gd name="connsiteX4-219" fmla="*/ 24767 w 64821"/>
                <a:gd name="connsiteY4-220" fmla="*/ 22545 h 37032"/>
                <a:gd name="connsiteX5-221" fmla="*/ 25984 w 64821"/>
                <a:gd name="connsiteY5-222" fmla="*/ 22637 h 37032"/>
                <a:gd name="connsiteX6-223" fmla="*/ 38649 w 64821"/>
                <a:gd name="connsiteY6-224" fmla="*/ 15514 h 37032"/>
                <a:gd name="connsiteX7-225" fmla="*/ 41913 w 64821"/>
                <a:gd name="connsiteY7-226" fmla="*/ 14562 h 37032"/>
                <a:gd name="connsiteX8-227" fmla="*/ 45010 w 64821"/>
                <a:gd name="connsiteY8-228" fmla="*/ 15403 h 37032"/>
                <a:gd name="connsiteX9-229" fmla="*/ 50412 w 64821"/>
                <a:gd name="connsiteY9-230" fmla="*/ 27210 h 37032"/>
                <a:gd name="connsiteX10-231" fmla="*/ 64821 w 64821"/>
                <a:gd name="connsiteY10-232" fmla="*/ 37032 h 37032"/>
                <a:gd name="connsiteX11-233" fmla="*/ 64780 w 64821"/>
                <a:gd name="connsiteY11-234" fmla="*/ 151 h 37032"/>
                <a:gd name="connsiteX12-235" fmla="*/ 41692 w 64821"/>
                <a:gd name="connsiteY12-236" fmla="*/ 0 h 37032"/>
                <a:gd name="connsiteX13-237" fmla="*/ 12692 w 64821"/>
                <a:gd name="connsiteY13-238" fmla="*/ 449 h 37032"/>
                <a:gd name="connsiteX14-239" fmla="*/ 5281 w 64821"/>
                <a:gd name="connsiteY14-240" fmla="*/ 200 h 37032"/>
                <a:gd name="connsiteX0-241" fmla="*/ 5281 w 64909"/>
                <a:gd name="connsiteY0-242" fmla="*/ 200 h 37032"/>
                <a:gd name="connsiteX1-243" fmla="*/ 15 w 64909"/>
                <a:gd name="connsiteY1-244" fmla="*/ 1074 h 37032"/>
                <a:gd name="connsiteX2-245" fmla="*/ 5037 w 64909"/>
                <a:gd name="connsiteY2-246" fmla="*/ 2793 h 37032"/>
                <a:gd name="connsiteX3-247" fmla="*/ 10103 w 64909"/>
                <a:gd name="connsiteY3-248" fmla="*/ 6654 h 37032"/>
                <a:gd name="connsiteX4-249" fmla="*/ 24767 w 64909"/>
                <a:gd name="connsiteY4-250" fmla="*/ 22545 h 37032"/>
                <a:gd name="connsiteX5-251" fmla="*/ 25984 w 64909"/>
                <a:gd name="connsiteY5-252" fmla="*/ 22637 h 37032"/>
                <a:gd name="connsiteX6-253" fmla="*/ 38649 w 64909"/>
                <a:gd name="connsiteY6-254" fmla="*/ 15514 h 37032"/>
                <a:gd name="connsiteX7-255" fmla="*/ 41913 w 64909"/>
                <a:gd name="connsiteY7-256" fmla="*/ 14562 h 37032"/>
                <a:gd name="connsiteX8-257" fmla="*/ 45010 w 64909"/>
                <a:gd name="connsiteY8-258" fmla="*/ 15403 h 37032"/>
                <a:gd name="connsiteX9-259" fmla="*/ 50412 w 64909"/>
                <a:gd name="connsiteY9-260" fmla="*/ 27210 h 37032"/>
                <a:gd name="connsiteX10-261" fmla="*/ 64821 w 64909"/>
                <a:gd name="connsiteY10-262" fmla="*/ 37032 h 37032"/>
                <a:gd name="connsiteX11-263" fmla="*/ 64780 w 64909"/>
                <a:gd name="connsiteY11-264" fmla="*/ 151 h 37032"/>
                <a:gd name="connsiteX12-265" fmla="*/ 41692 w 64909"/>
                <a:gd name="connsiteY12-266" fmla="*/ 0 h 37032"/>
                <a:gd name="connsiteX13-267" fmla="*/ 12692 w 64909"/>
                <a:gd name="connsiteY13-268" fmla="*/ 449 h 37032"/>
                <a:gd name="connsiteX14-269" fmla="*/ 5281 w 64909"/>
                <a:gd name="connsiteY14-270" fmla="*/ 200 h 37032"/>
                <a:gd name="connsiteX0-271" fmla="*/ 5545 w 65173"/>
                <a:gd name="connsiteY0-272" fmla="*/ 202 h 37034"/>
                <a:gd name="connsiteX1-273" fmla="*/ 13 w 65173"/>
                <a:gd name="connsiteY1-274" fmla="*/ 349 h 37034"/>
                <a:gd name="connsiteX2-275" fmla="*/ 5301 w 65173"/>
                <a:gd name="connsiteY2-276" fmla="*/ 2795 h 37034"/>
                <a:gd name="connsiteX3-277" fmla="*/ 10367 w 65173"/>
                <a:gd name="connsiteY3-278" fmla="*/ 6656 h 37034"/>
                <a:gd name="connsiteX4-279" fmla="*/ 25031 w 65173"/>
                <a:gd name="connsiteY4-280" fmla="*/ 22547 h 37034"/>
                <a:gd name="connsiteX5-281" fmla="*/ 26248 w 65173"/>
                <a:gd name="connsiteY5-282" fmla="*/ 22639 h 37034"/>
                <a:gd name="connsiteX6-283" fmla="*/ 38913 w 65173"/>
                <a:gd name="connsiteY6-284" fmla="*/ 15516 h 37034"/>
                <a:gd name="connsiteX7-285" fmla="*/ 42177 w 65173"/>
                <a:gd name="connsiteY7-286" fmla="*/ 14564 h 37034"/>
                <a:gd name="connsiteX8-287" fmla="*/ 45274 w 65173"/>
                <a:gd name="connsiteY8-288" fmla="*/ 15405 h 37034"/>
                <a:gd name="connsiteX9-289" fmla="*/ 50676 w 65173"/>
                <a:gd name="connsiteY9-290" fmla="*/ 27212 h 37034"/>
                <a:gd name="connsiteX10-291" fmla="*/ 65085 w 65173"/>
                <a:gd name="connsiteY10-292" fmla="*/ 37034 h 37034"/>
                <a:gd name="connsiteX11-293" fmla="*/ 65044 w 65173"/>
                <a:gd name="connsiteY11-294" fmla="*/ 153 h 37034"/>
                <a:gd name="connsiteX12-295" fmla="*/ 41956 w 65173"/>
                <a:gd name="connsiteY12-296" fmla="*/ 2 h 37034"/>
                <a:gd name="connsiteX13-297" fmla="*/ 12956 w 65173"/>
                <a:gd name="connsiteY13-298" fmla="*/ 451 h 37034"/>
                <a:gd name="connsiteX14-299" fmla="*/ 5545 w 65173"/>
                <a:gd name="connsiteY14-300" fmla="*/ 202 h 3703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65173" h="37034" extrusionOk="0">
                  <a:moveTo>
                    <a:pt x="5545" y="202"/>
                  </a:moveTo>
                  <a:cubicBezTo>
                    <a:pt x="2631" y="202"/>
                    <a:pt x="-223" y="-339"/>
                    <a:pt x="13" y="349"/>
                  </a:cubicBezTo>
                  <a:cubicBezTo>
                    <a:pt x="236" y="974"/>
                    <a:pt x="3575" y="1744"/>
                    <a:pt x="5301" y="2795"/>
                  </a:cubicBezTo>
                  <a:cubicBezTo>
                    <a:pt x="7027" y="3846"/>
                    <a:pt x="8939" y="5071"/>
                    <a:pt x="10367" y="6656"/>
                  </a:cubicBezTo>
                  <a:cubicBezTo>
                    <a:pt x="13715" y="10294"/>
                    <a:pt x="16661" y="21252"/>
                    <a:pt x="25031" y="22547"/>
                  </a:cubicBezTo>
                  <a:cubicBezTo>
                    <a:pt x="25440" y="22609"/>
                    <a:pt x="25846" y="22639"/>
                    <a:pt x="26248" y="22639"/>
                  </a:cubicBezTo>
                  <a:cubicBezTo>
                    <a:pt x="31891" y="22639"/>
                    <a:pt x="36851" y="16871"/>
                    <a:pt x="38913" y="15516"/>
                  </a:cubicBezTo>
                  <a:cubicBezTo>
                    <a:pt x="39905" y="14883"/>
                    <a:pt x="41038" y="14564"/>
                    <a:pt x="42177" y="14564"/>
                  </a:cubicBezTo>
                  <a:cubicBezTo>
                    <a:pt x="43243" y="14564"/>
                    <a:pt x="44314" y="14844"/>
                    <a:pt x="45274" y="15405"/>
                  </a:cubicBezTo>
                  <a:cubicBezTo>
                    <a:pt x="49069" y="17704"/>
                    <a:pt x="49113" y="23060"/>
                    <a:pt x="50676" y="27212"/>
                  </a:cubicBezTo>
                  <a:cubicBezTo>
                    <a:pt x="52684" y="32345"/>
                    <a:pt x="59617" y="36343"/>
                    <a:pt x="65085" y="37034"/>
                  </a:cubicBezTo>
                  <a:cubicBezTo>
                    <a:pt x="64706" y="25853"/>
                    <a:pt x="65461" y="11842"/>
                    <a:pt x="65044" y="153"/>
                  </a:cubicBezTo>
                  <a:cubicBezTo>
                    <a:pt x="57481" y="503"/>
                    <a:pt x="49210" y="247"/>
                    <a:pt x="41956" y="2"/>
                  </a:cubicBezTo>
                  <a:lnTo>
                    <a:pt x="12956" y="451"/>
                  </a:lnTo>
                  <a:cubicBezTo>
                    <a:pt x="12182" y="417"/>
                    <a:pt x="8676" y="202"/>
                    <a:pt x="5545" y="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22;p2"/>
            <p:cNvSpPr/>
            <p:nvPr/>
          </p:nvSpPr>
          <p:spPr>
            <a:xfrm rot="13954858">
              <a:off x="718197" y="5760830"/>
              <a:ext cx="291754" cy="291754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" name="Google Shape;12;p2"/>
          <p:cNvSpPr/>
          <p:nvPr/>
        </p:nvSpPr>
        <p:spPr>
          <a:xfrm rot="10800000" flipH="1">
            <a:off x="6206188" y="3792092"/>
            <a:ext cx="5982764" cy="3108984"/>
          </a:xfrm>
          <a:custGeom>
            <a:avLst/>
            <a:gdLst>
              <a:gd name="connsiteX0" fmla="*/ 5281 w 64821"/>
              <a:gd name="connsiteY0" fmla="*/ 0 h 36832"/>
              <a:gd name="connsiteX1" fmla="*/ 15 w 64821"/>
              <a:gd name="connsiteY1" fmla="*/ 874 h 36832"/>
              <a:gd name="connsiteX2" fmla="*/ 5037 w 64821"/>
              <a:gd name="connsiteY2" fmla="*/ 2593 h 36832"/>
              <a:gd name="connsiteX3" fmla="*/ 10103 w 64821"/>
              <a:gd name="connsiteY3" fmla="*/ 6454 h 36832"/>
              <a:gd name="connsiteX4" fmla="*/ 24767 w 64821"/>
              <a:gd name="connsiteY4" fmla="*/ 22345 h 36832"/>
              <a:gd name="connsiteX5" fmla="*/ 25984 w 64821"/>
              <a:gd name="connsiteY5" fmla="*/ 22437 h 36832"/>
              <a:gd name="connsiteX6" fmla="*/ 38649 w 64821"/>
              <a:gd name="connsiteY6" fmla="*/ 15314 h 36832"/>
              <a:gd name="connsiteX7" fmla="*/ 41913 w 64821"/>
              <a:gd name="connsiteY7" fmla="*/ 14362 h 36832"/>
              <a:gd name="connsiteX8" fmla="*/ 45010 w 64821"/>
              <a:gd name="connsiteY8" fmla="*/ 15203 h 36832"/>
              <a:gd name="connsiteX9" fmla="*/ 50412 w 64821"/>
              <a:gd name="connsiteY9" fmla="*/ 27010 h 36832"/>
              <a:gd name="connsiteX10" fmla="*/ 64821 w 64821"/>
              <a:gd name="connsiteY10" fmla="*/ 36832 h 36832"/>
              <a:gd name="connsiteX11" fmla="*/ 64472 w 64821"/>
              <a:gd name="connsiteY11" fmla="*/ 2994 h 36832"/>
              <a:gd name="connsiteX12" fmla="*/ 42756 w 64821"/>
              <a:gd name="connsiteY12" fmla="*/ 1254 h 36832"/>
              <a:gd name="connsiteX13" fmla="*/ 12692 w 64821"/>
              <a:gd name="connsiteY13" fmla="*/ 249 h 36832"/>
              <a:gd name="connsiteX14" fmla="*/ 5281 w 64821"/>
              <a:gd name="connsiteY14" fmla="*/ 0 h 36832"/>
              <a:gd name="connsiteX0-1" fmla="*/ 5281 w 64821"/>
              <a:gd name="connsiteY0-2" fmla="*/ 0 h 36832"/>
              <a:gd name="connsiteX1-3" fmla="*/ 15 w 64821"/>
              <a:gd name="connsiteY1-4" fmla="*/ 874 h 36832"/>
              <a:gd name="connsiteX2-5" fmla="*/ 5037 w 64821"/>
              <a:gd name="connsiteY2-6" fmla="*/ 2593 h 36832"/>
              <a:gd name="connsiteX3-7" fmla="*/ 10103 w 64821"/>
              <a:gd name="connsiteY3-8" fmla="*/ 6454 h 36832"/>
              <a:gd name="connsiteX4-9" fmla="*/ 24767 w 64821"/>
              <a:gd name="connsiteY4-10" fmla="*/ 22345 h 36832"/>
              <a:gd name="connsiteX5-11" fmla="*/ 25984 w 64821"/>
              <a:gd name="connsiteY5-12" fmla="*/ 22437 h 36832"/>
              <a:gd name="connsiteX6-13" fmla="*/ 38649 w 64821"/>
              <a:gd name="connsiteY6-14" fmla="*/ 15314 h 36832"/>
              <a:gd name="connsiteX7-15" fmla="*/ 41913 w 64821"/>
              <a:gd name="connsiteY7-16" fmla="*/ 14362 h 36832"/>
              <a:gd name="connsiteX8-17" fmla="*/ 45010 w 64821"/>
              <a:gd name="connsiteY8-18" fmla="*/ 15203 h 36832"/>
              <a:gd name="connsiteX9-19" fmla="*/ 50412 w 64821"/>
              <a:gd name="connsiteY9-20" fmla="*/ 27010 h 36832"/>
              <a:gd name="connsiteX10-21" fmla="*/ 64821 w 64821"/>
              <a:gd name="connsiteY10-22" fmla="*/ 36832 h 36832"/>
              <a:gd name="connsiteX11-23" fmla="*/ 64821 w 64821"/>
              <a:gd name="connsiteY11-24" fmla="*/ 2231 h 36832"/>
              <a:gd name="connsiteX12-25" fmla="*/ 42756 w 64821"/>
              <a:gd name="connsiteY12-26" fmla="*/ 1254 h 36832"/>
              <a:gd name="connsiteX13-27" fmla="*/ 12692 w 64821"/>
              <a:gd name="connsiteY13-28" fmla="*/ 249 h 36832"/>
              <a:gd name="connsiteX14-29" fmla="*/ 5281 w 64821"/>
              <a:gd name="connsiteY14-30" fmla="*/ 0 h 36832"/>
              <a:gd name="connsiteX0-31" fmla="*/ 5281 w 64821"/>
              <a:gd name="connsiteY0-32" fmla="*/ 0 h 36832"/>
              <a:gd name="connsiteX1-33" fmla="*/ 15 w 64821"/>
              <a:gd name="connsiteY1-34" fmla="*/ 874 h 36832"/>
              <a:gd name="connsiteX2-35" fmla="*/ 5037 w 64821"/>
              <a:gd name="connsiteY2-36" fmla="*/ 2593 h 36832"/>
              <a:gd name="connsiteX3-37" fmla="*/ 10103 w 64821"/>
              <a:gd name="connsiteY3-38" fmla="*/ 6454 h 36832"/>
              <a:gd name="connsiteX4-39" fmla="*/ 24767 w 64821"/>
              <a:gd name="connsiteY4-40" fmla="*/ 22345 h 36832"/>
              <a:gd name="connsiteX5-41" fmla="*/ 25984 w 64821"/>
              <a:gd name="connsiteY5-42" fmla="*/ 22437 h 36832"/>
              <a:gd name="connsiteX6-43" fmla="*/ 38649 w 64821"/>
              <a:gd name="connsiteY6-44" fmla="*/ 15314 h 36832"/>
              <a:gd name="connsiteX7-45" fmla="*/ 41913 w 64821"/>
              <a:gd name="connsiteY7-46" fmla="*/ 14362 h 36832"/>
              <a:gd name="connsiteX8-47" fmla="*/ 45010 w 64821"/>
              <a:gd name="connsiteY8-48" fmla="*/ 15203 h 36832"/>
              <a:gd name="connsiteX9-49" fmla="*/ 50412 w 64821"/>
              <a:gd name="connsiteY9-50" fmla="*/ 27010 h 36832"/>
              <a:gd name="connsiteX10-51" fmla="*/ 64821 w 64821"/>
              <a:gd name="connsiteY10-52" fmla="*/ 36832 h 36832"/>
              <a:gd name="connsiteX11-53" fmla="*/ 64821 w 64821"/>
              <a:gd name="connsiteY11-54" fmla="*/ 2231 h 36832"/>
              <a:gd name="connsiteX12-55" fmla="*/ 42756 w 64821"/>
              <a:gd name="connsiteY12-56" fmla="*/ 1254 h 36832"/>
              <a:gd name="connsiteX13-57" fmla="*/ 12692 w 64821"/>
              <a:gd name="connsiteY13-58" fmla="*/ 249 h 36832"/>
              <a:gd name="connsiteX14-59" fmla="*/ 5281 w 64821"/>
              <a:gd name="connsiteY14-60" fmla="*/ 0 h 36832"/>
              <a:gd name="connsiteX0-61" fmla="*/ 5281 w 64821"/>
              <a:gd name="connsiteY0-62" fmla="*/ 0 h 36832"/>
              <a:gd name="connsiteX1-63" fmla="*/ 15 w 64821"/>
              <a:gd name="connsiteY1-64" fmla="*/ 874 h 36832"/>
              <a:gd name="connsiteX2-65" fmla="*/ 5037 w 64821"/>
              <a:gd name="connsiteY2-66" fmla="*/ 2593 h 36832"/>
              <a:gd name="connsiteX3-67" fmla="*/ 10103 w 64821"/>
              <a:gd name="connsiteY3-68" fmla="*/ 6454 h 36832"/>
              <a:gd name="connsiteX4-69" fmla="*/ 24767 w 64821"/>
              <a:gd name="connsiteY4-70" fmla="*/ 22345 h 36832"/>
              <a:gd name="connsiteX5-71" fmla="*/ 25984 w 64821"/>
              <a:gd name="connsiteY5-72" fmla="*/ 22437 h 36832"/>
              <a:gd name="connsiteX6-73" fmla="*/ 38649 w 64821"/>
              <a:gd name="connsiteY6-74" fmla="*/ 15314 h 36832"/>
              <a:gd name="connsiteX7-75" fmla="*/ 41913 w 64821"/>
              <a:gd name="connsiteY7-76" fmla="*/ 14362 h 36832"/>
              <a:gd name="connsiteX8-77" fmla="*/ 45010 w 64821"/>
              <a:gd name="connsiteY8-78" fmla="*/ 15203 h 36832"/>
              <a:gd name="connsiteX9-79" fmla="*/ 50412 w 64821"/>
              <a:gd name="connsiteY9-80" fmla="*/ 27010 h 36832"/>
              <a:gd name="connsiteX10-81" fmla="*/ 64821 w 64821"/>
              <a:gd name="connsiteY10-82" fmla="*/ 36832 h 36832"/>
              <a:gd name="connsiteX11-83" fmla="*/ 64647 w 64821"/>
              <a:gd name="connsiteY11-84" fmla="*/ 2422 h 36832"/>
              <a:gd name="connsiteX12-85" fmla="*/ 42756 w 64821"/>
              <a:gd name="connsiteY12-86" fmla="*/ 1254 h 36832"/>
              <a:gd name="connsiteX13-87" fmla="*/ 12692 w 64821"/>
              <a:gd name="connsiteY13-88" fmla="*/ 249 h 36832"/>
              <a:gd name="connsiteX14-89" fmla="*/ 5281 w 64821"/>
              <a:gd name="connsiteY14-90" fmla="*/ 0 h 36832"/>
              <a:gd name="connsiteX0-91" fmla="*/ 5281 w 64821"/>
              <a:gd name="connsiteY0-92" fmla="*/ 371 h 37203"/>
              <a:gd name="connsiteX1-93" fmla="*/ 15 w 64821"/>
              <a:gd name="connsiteY1-94" fmla="*/ 1245 h 37203"/>
              <a:gd name="connsiteX2-95" fmla="*/ 5037 w 64821"/>
              <a:gd name="connsiteY2-96" fmla="*/ 2964 h 37203"/>
              <a:gd name="connsiteX3-97" fmla="*/ 10103 w 64821"/>
              <a:gd name="connsiteY3-98" fmla="*/ 6825 h 37203"/>
              <a:gd name="connsiteX4-99" fmla="*/ 24767 w 64821"/>
              <a:gd name="connsiteY4-100" fmla="*/ 22716 h 37203"/>
              <a:gd name="connsiteX5-101" fmla="*/ 25984 w 64821"/>
              <a:gd name="connsiteY5-102" fmla="*/ 22808 h 37203"/>
              <a:gd name="connsiteX6-103" fmla="*/ 38649 w 64821"/>
              <a:gd name="connsiteY6-104" fmla="*/ 15685 h 37203"/>
              <a:gd name="connsiteX7-105" fmla="*/ 41913 w 64821"/>
              <a:gd name="connsiteY7-106" fmla="*/ 14733 h 37203"/>
              <a:gd name="connsiteX8-107" fmla="*/ 45010 w 64821"/>
              <a:gd name="connsiteY8-108" fmla="*/ 15574 h 37203"/>
              <a:gd name="connsiteX9-109" fmla="*/ 50412 w 64821"/>
              <a:gd name="connsiteY9-110" fmla="*/ 27381 h 37203"/>
              <a:gd name="connsiteX10-111" fmla="*/ 64821 w 64821"/>
              <a:gd name="connsiteY10-112" fmla="*/ 37203 h 37203"/>
              <a:gd name="connsiteX11-113" fmla="*/ 64780 w 64821"/>
              <a:gd name="connsiteY11-114" fmla="*/ 322 h 37203"/>
              <a:gd name="connsiteX12-115" fmla="*/ 42756 w 64821"/>
              <a:gd name="connsiteY12-116" fmla="*/ 1625 h 37203"/>
              <a:gd name="connsiteX13-117" fmla="*/ 12692 w 64821"/>
              <a:gd name="connsiteY13-118" fmla="*/ 620 h 37203"/>
              <a:gd name="connsiteX14-119" fmla="*/ 5281 w 64821"/>
              <a:gd name="connsiteY14-120" fmla="*/ 371 h 37203"/>
              <a:gd name="connsiteX0-121" fmla="*/ 5281 w 64821"/>
              <a:gd name="connsiteY0-122" fmla="*/ 588 h 37420"/>
              <a:gd name="connsiteX1-123" fmla="*/ 15 w 64821"/>
              <a:gd name="connsiteY1-124" fmla="*/ 1462 h 37420"/>
              <a:gd name="connsiteX2-125" fmla="*/ 5037 w 64821"/>
              <a:gd name="connsiteY2-126" fmla="*/ 3181 h 37420"/>
              <a:gd name="connsiteX3-127" fmla="*/ 10103 w 64821"/>
              <a:gd name="connsiteY3-128" fmla="*/ 7042 h 37420"/>
              <a:gd name="connsiteX4-129" fmla="*/ 24767 w 64821"/>
              <a:gd name="connsiteY4-130" fmla="*/ 22933 h 37420"/>
              <a:gd name="connsiteX5-131" fmla="*/ 25984 w 64821"/>
              <a:gd name="connsiteY5-132" fmla="*/ 23025 h 37420"/>
              <a:gd name="connsiteX6-133" fmla="*/ 38649 w 64821"/>
              <a:gd name="connsiteY6-134" fmla="*/ 15902 h 37420"/>
              <a:gd name="connsiteX7-135" fmla="*/ 41913 w 64821"/>
              <a:gd name="connsiteY7-136" fmla="*/ 14950 h 37420"/>
              <a:gd name="connsiteX8-137" fmla="*/ 45010 w 64821"/>
              <a:gd name="connsiteY8-138" fmla="*/ 15791 h 37420"/>
              <a:gd name="connsiteX9-139" fmla="*/ 50412 w 64821"/>
              <a:gd name="connsiteY9-140" fmla="*/ 27598 h 37420"/>
              <a:gd name="connsiteX10-141" fmla="*/ 64821 w 64821"/>
              <a:gd name="connsiteY10-142" fmla="*/ 37420 h 37420"/>
              <a:gd name="connsiteX11-143" fmla="*/ 64780 w 64821"/>
              <a:gd name="connsiteY11-144" fmla="*/ 539 h 37420"/>
              <a:gd name="connsiteX12-145" fmla="*/ 41692 w 64821"/>
              <a:gd name="connsiteY12-146" fmla="*/ 388 h 37420"/>
              <a:gd name="connsiteX13-147" fmla="*/ 12692 w 64821"/>
              <a:gd name="connsiteY13-148" fmla="*/ 837 h 37420"/>
              <a:gd name="connsiteX14-149" fmla="*/ 5281 w 64821"/>
              <a:gd name="connsiteY14-150" fmla="*/ 588 h 37420"/>
              <a:gd name="connsiteX0-151" fmla="*/ 5281 w 64821"/>
              <a:gd name="connsiteY0-152" fmla="*/ 588 h 37420"/>
              <a:gd name="connsiteX1-153" fmla="*/ 15 w 64821"/>
              <a:gd name="connsiteY1-154" fmla="*/ 1462 h 37420"/>
              <a:gd name="connsiteX2-155" fmla="*/ 5037 w 64821"/>
              <a:gd name="connsiteY2-156" fmla="*/ 3181 h 37420"/>
              <a:gd name="connsiteX3-157" fmla="*/ 10103 w 64821"/>
              <a:gd name="connsiteY3-158" fmla="*/ 7042 h 37420"/>
              <a:gd name="connsiteX4-159" fmla="*/ 24767 w 64821"/>
              <a:gd name="connsiteY4-160" fmla="*/ 22933 h 37420"/>
              <a:gd name="connsiteX5-161" fmla="*/ 25984 w 64821"/>
              <a:gd name="connsiteY5-162" fmla="*/ 23025 h 37420"/>
              <a:gd name="connsiteX6-163" fmla="*/ 38649 w 64821"/>
              <a:gd name="connsiteY6-164" fmla="*/ 15902 h 37420"/>
              <a:gd name="connsiteX7-165" fmla="*/ 41913 w 64821"/>
              <a:gd name="connsiteY7-166" fmla="*/ 14950 h 37420"/>
              <a:gd name="connsiteX8-167" fmla="*/ 45010 w 64821"/>
              <a:gd name="connsiteY8-168" fmla="*/ 15791 h 37420"/>
              <a:gd name="connsiteX9-169" fmla="*/ 50412 w 64821"/>
              <a:gd name="connsiteY9-170" fmla="*/ 27598 h 37420"/>
              <a:gd name="connsiteX10-171" fmla="*/ 64821 w 64821"/>
              <a:gd name="connsiteY10-172" fmla="*/ 37420 h 37420"/>
              <a:gd name="connsiteX11-173" fmla="*/ 64780 w 64821"/>
              <a:gd name="connsiteY11-174" fmla="*/ 539 h 37420"/>
              <a:gd name="connsiteX12-175" fmla="*/ 41692 w 64821"/>
              <a:gd name="connsiteY12-176" fmla="*/ 388 h 37420"/>
              <a:gd name="connsiteX13-177" fmla="*/ 12692 w 64821"/>
              <a:gd name="connsiteY13-178" fmla="*/ 837 h 37420"/>
              <a:gd name="connsiteX14-179" fmla="*/ 5281 w 64821"/>
              <a:gd name="connsiteY14-180" fmla="*/ 588 h 37420"/>
              <a:gd name="connsiteX0-181" fmla="*/ 5281 w 64821"/>
              <a:gd name="connsiteY0-182" fmla="*/ 525 h 37357"/>
              <a:gd name="connsiteX1-183" fmla="*/ 15 w 64821"/>
              <a:gd name="connsiteY1-184" fmla="*/ 1399 h 37357"/>
              <a:gd name="connsiteX2-185" fmla="*/ 5037 w 64821"/>
              <a:gd name="connsiteY2-186" fmla="*/ 3118 h 37357"/>
              <a:gd name="connsiteX3-187" fmla="*/ 10103 w 64821"/>
              <a:gd name="connsiteY3-188" fmla="*/ 6979 h 37357"/>
              <a:gd name="connsiteX4-189" fmla="*/ 24767 w 64821"/>
              <a:gd name="connsiteY4-190" fmla="*/ 22870 h 37357"/>
              <a:gd name="connsiteX5-191" fmla="*/ 25984 w 64821"/>
              <a:gd name="connsiteY5-192" fmla="*/ 22962 h 37357"/>
              <a:gd name="connsiteX6-193" fmla="*/ 38649 w 64821"/>
              <a:gd name="connsiteY6-194" fmla="*/ 15839 h 37357"/>
              <a:gd name="connsiteX7-195" fmla="*/ 41913 w 64821"/>
              <a:gd name="connsiteY7-196" fmla="*/ 14887 h 37357"/>
              <a:gd name="connsiteX8-197" fmla="*/ 45010 w 64821"/>
              <a:gd name="connsiteY8-198" fmla="*/ 15728 h 37357"/>
              <a:gd name="connsiteX9-199" fmla="*/ 50412 w 64821"/>
              <a:gd name="connsiteY9-200" fmla="*/ 27535 h 37357"/>
              <a:gd name="connsiteX10-201" fmla="*/ 64821 w 64821"/>
              <a:gd name="connsiteY10-202" fmla="*/ 37357 h 37357"/>
              <a:gd name="connsiteX11-203" fmla="*/ 64780 w 64821"/>
              <a:gd name="connsiteY11-204" fmla="*/ 476 h 37357"/>
              <a:gd name="connsiteX12-205" fmla="*/ 41692 w 64821"/>
              <a:gd name="connsiteY12-206" fmla="*/ 325 h 37357"/>
              <a:gd name="connsiteX13-207" fmla="*/ 12692 w 64821"/>
              <a:gd name="connsiteY13-208" fmla="*/ 774 h 37357"/>
              <a:gd name="connsiteX14-209" fmla="*/ 5281 w 64821"/>
              <a:gd name="connsiteY14-210" fmla="*/ 525 h 37357"/>
              <a:gd name="connsiteX0-211" fmla="*/ 5281 w 64821"/>
              <a:gd name="connsiteY0-212" fmla="*/ 200 h 37032"/>
              <a:gd name="connsiteX1-213" fmla="*/ 15 w 64821"/>
              <a:gd name="connsiteY1-214" fmla="*/ 1074 h 37032"/>
              <a:gd name="connsiteX2-215" fmla="*/ 5037 w 64821"/>
              <a:gd name="connsiteY2-216" fmla="*/ 2793 h 37032"/>
              <a:gd name="connsiteX3-217" fmla="*/ 10103 w 64821"/>
              <a:gd name="connsiteY3-218" fmla="*/ 6654 h 37032"/>
              <a:gd name="connsiteX4-219" fmla="*/ 24767 w 64821"/>
              <a:gd name="connsiteY4-220" fmla="*/ 22545 h 37032"/>
              <a:gd name="connsiteX5-221" fmla="*/ 25984 w 64821"/>
              <a:gd name="connsiteY5-222" fmla="*/ 22637 h 37032"/>
              <a:gd name="connsiteX6-223" fmla="*/ 38649 w 64821"/>
              <a:gd name="connsiteY6-224" fmla="*/ 15514 h 37032"/>
              <a:gd name="connsiteX7-225" fmla="*/ 41913 w 64821"/>
              <a:gd name="connsiteY7-226" fmla="*/ 14562 h 37032"/>
              <a:gd name="connsiteX8-227" fmla="*/ 45010 w 64821"/>
              <a:gd name="connsiteY8-228" fmla="*/ 15403 h 37032"/>
              <a:gd name="connsiteX9-229" fmla="*/ 50412 w 64821"/>
              <a:gd name="connsiteY9-230" fmla="*/ 27210 h 37032"/>
              <a:gd name="connsiteX10-231" fmla="*/ 64821 w 64821"/>
              <a:gd name="connsiteY10-232" fmla="*/ 37032 h 37032"/>
              <a:gd name="connsiteX11-233" fmla="*/ 64780 w 64821"/>
              <a:gd name="connsiteY11-234" fmla="*/ 151 h 37032"/>
              <a:gd name="connsiteX12-235" fmla="*/ 41692 w 64821"/>
              <a:gd name="connsiteY12-236" fmla="*/ 0 h 37032"/>
              <a:gd name="connsiteX13-237" fmla="*/ 12692 w 64821"/>
              <a:gd name="connsiteY13-238" fmla="*/ 449 h 37032"/>
              <a:gd name="connsiteX14-239" fmla="*/ 5281 w 64821"/>
              <a:gd name="connsiteY14-240" fmla="*/ 200 h 37032"/>
              <a:gd name="connsiteX0-241" fmla="*/ 5281 w 64909"/>
              <a:gd name="connsiteY0-242" fmla="*/ 200 h 37032"/>
              <a:gd name="connsiteX1-243" fmla="*/ 15 w 64909"/>
              <a:gd name="connsiteY1-244" fmla="*/ 1074 h 37032"/>
              <a:gd name="connsiteX2-245" fmla="*/ 5037 w 64909"/>
              <a:gd name="connsiteY2-246" fmla="*/ 2793 h 37032"/>
              <a:gd name="connsiteX3-247" fmla="*/ 10103 w 64909"/>
              <a:gd name="connsiteY3-248" fmla="*/ 6654 h 37032"/>
              <a:gd name="connsiteX4-249" fmla="*/ 24767 w 64909"/>
              <a:gd name="connsiteY4-250" fmla="*/ 22545 h 37032"/>
              <a:gd name="connsiteX5-251" fmla="*/ 25984 w 64909"/>
              <a:gd name="connsiteY5-252" fmla="*/ 22637 h 37032"/>
              <a:gd name="connsiteX6-253" fmla="*/ 38649 w 64909"/>
              <a:gd name="connsiteY6-254" fmla="*/ 15514 h 37032"/>
              <a:gd name="connsiteX7-255" fmla="*/ 41913 w 64909"/>
              <a:gd name="connsiteY7-256" fmla="*/ 14562 h 37032"/>
              <a:gd name="connsiteX8-257" fmla="*/ 45010 w 64909"/>
              <a:gd name="connsiteY8-258" fmla="*/ 15403 h 37032"/>
              <a:gd name="connsiteX9-259" fmla="*/ 50412 w 64909"/>
              <a:gd name="connsiteY9-260" fmla="*/ 27210 h 37032"/>
              <a:gd name="connsiteX10-261" fmla="*/ 64821 w 64909"/>
              <a:gd name="connsiteY10-262" fmla="*/ 37032 h 37032"/>
              <a:gd name="connsiteX11-263" fmla="*/ 64780 w 64909"/>
              <a:gd name="connsiteY11-264" fmla="*/ 151 h 37032"/>
              <a:gd name="connsiteX12-265" fmla="*/ 41692 w 64909"/>
              <a:gd name="connsiteY12-266" fmla="*/ 0 h 37032"/>
              <a:gd name="connsiteX13-267" fmla="*/ 12692 w 64909"/>
              <a:gd name="connsiteY13-268" fmla="*/ 449 h 37032"/>
              <a:gd name="connsiteX14-269" fmla="*/ 5281 w 64909"/>
              <a:gd name="connsiteY14-270" fmla="*/ 200 h 37032"/>
              <a:gd name="connsiteX0-271" fmla="*/ 5545 w 65173"/>
              <a:gd name="connsiteY0-272" fmla="*/ 202 h 37034"/>
              <a:gd name="connsiteX1-273" fmla="*/ 13 w 65173"/>
              <a:gd name="connsiteY1-274" fmla="*/ 349 h 37034"/>
              <a:gd name="connsiteX2-275" fmla="*/ 5301 w 65173"/>
              <a:gd name="connsiteY2-276" fmla="*/ 2795 h 37034"/>
              <a:gd name="connsiteX3-277" fmla="*/ 10367 w 65173"/>
              <a:gd name="connsiteY3-278" fmla="*/ 6656 h 37034"/>
              <a:gd name="connsiteX4-279" fmla="*/ 25031 w 65173"/>
              <a:gd name="connsiteY4-280" fmla="*/ 22547 h 37034"/>
              <a:gd name="connsiteX5-281" fmla="*/ 26248 w 65173"/>
              <a:gd name="connsiteY5-282" fmla="*/ 22639 h 37034"/>
              <a:gd name="connsiteX6-283" fmla="*/ 38913 w 65173"/>
              <a:gd name="connsiteY6-284" fmla="*/ 15516 h 37034"/>
              <a:gd name="connsiteX7-285" fmla="*/ 42177 w 65173"/>
              <a:gd name="connsiteY7-286" fmla="*/ 14564 h 37034"/>
              <a:gd name="connsiteX8-287" fmla="*/ 45274 w 65173"/>
              <a:gd name="connsiteY8-288" fmla="*/ 15405 h 37034"/>
              <a:gd name="connsiteX9-289" fmla="*/ 50676 w 65173"/>
              <a:gd name="connsiteY9-290" fmla="*/ 27212 h 37034"/>
              <a:gd name="connsiteX10-291" fmla="*/ 65085 w 65173"/>
              <a:gd name="connsiteY10-292" fmla="*/ 37034 h 37034"/>
              <a:gd name="connsiteX11-293" fmla="*/ 65044 w 65173"/>
              <a:gd name="connsiteY11-294" fmla="*/ 153 h 37034"/>
              <a:gd name="connsiteX12-295" fmla="*/ 41956 w 65173"/>
              <a:gd name="connsiteY12-296" fmla="*/ 2 h 37034"/>
              <a:gd name="connsiteX13-297" fmla="*/ 12956 w 65173"/>
              <a:gd name="connsiteY13-298" fmla="*/ 451 h 37034"/>
              <a:gd name="connsiteX14-299" fmla="*/ 5545 w 65173"/>
              <a:gd name="connsiteY14-300" fmla="*/ 202 h 37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</a:cxnLst>
            <a:rect l="l" t="t" r="r" b="b"/>
            <a:pathLst>
              <a:path w="65173" h="37034" extrusionOk="0">
                <a:moveTo>
                  <a:pt x="5545" y="202"/>
                </a:moveTo>
                <a:cubicBezTo>
                  <a:pt x="2631" y="202"/>
                  <a:pt x="-223" y="-339"/>
                  <a:pt x="13" y="349"/>
                </a:cubicBezTo>
                <a:cubicBezTo>
                  <a:pt x="236" y="974"/>
                  <a:pt x="3575" y="1744"/>
                  <a:pt x="5301" y="2795"/>
                </a:cubicBezTo>
                <a:cubicBezTo>
                  <a:pt x="7027" y="3846"/>
                  <a:pt x="8939" y="5071"/>
                  <a:pt x="10367" y="6656"/>
                </a:cubicBezTo>
                <a:cubicBezTo>
                  <a:pt x="13715" y="10294"/>
                  <a:pt x="16661" y="21252"/>
                  <a:pt x="25031" y="22547"/>
                </a:cubicBezTo>
                <a:cubicBezTo>
                  <a:pt x="25440" y="22609"/>
                  <a:pt x="25846" y="22639"/>
                  <a:pt x="26248" y="22639"/>
                </a:cubicBezTo>
                <a:cubicBezTo>
                  <a:pt x="31891" y="22639"/>
                  <a:pt x="36851" y="16871"/>
                  <a:pt x="38913" y="15516"/>
                </a:cubicBezTo>
                <a:cubicBezTo>
                  <a:pt x="39905" y="14883"/>
                  <a:pt x="41038" y="14564"/>
                  <a:pt x="42177" y="14564"/>
                </a:cubicBezTo>
                <a:cubicBezTo>
                  <a:pt x="43243" y="14564"/>
                  <a:pt x="44314" y="14844"/>
                  <a:pt x="45274" y="15405"/>
                </a:cubicBezTo>
                <a:cubicBezTo>
                  <a:pt x="49069" y="17704"/>
                  <a:pt x="49113" y="23060"/>
                  <a:pt x="50676" y="27212"/>
                </a:cubicBezTo>
                <a:cubicBezTo>
                  <a:pt x="52684" y="32345"/>
                  <a:pt x="59617" y="36343"/>
                  <a:pt x="65085" y="37034"/>
                </a:cubicBezTo>
                <a:cubicBezTo>
                  <a:pt x="64706" y="25853"/>
                  <a:pt x="65461" y="11842"/>
                  <a:pt x="65044" y="153"/>
                </a:cubicBezTo>
                <a:cubicBezTo>
                  <a:pt x="57481" y="503"/>
                  <a:pt x="49210" y="247"/>
                  <a:pt x="41956" y="2"/>
                </a:cubicBezTo>
                <a:lnTo>
                  <a:pt x="12956" y="451"/>
                </a:lnTo>
                <a:cubicBezTo>
                  <a:pt x="12182" y="417"/>
                  <a:pt x="8676" y="202"/>
                  <a:pt x="5545" y="202"/>
                </a:cubicBezTo>
                <a:close/>
              </a:path>
            </a:pathLst>
          </a:custGeom>
          <a:solidFill>
            <a:srgbClr val="FF6B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22;p2"/>
          <p:cNvSpPr/>
          <p:nvPr/>
        </p:nvSpPr>
        <p:spPr>
          <a:xfrm rot="13954858">
            <a:off x="9961042" y="4983168"/>
            <a:ext cx="291754" cy="291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8" name="Group 17"/>
          <p:cNvGrpSpPr/>
          <p:nvPr/>
        </p:nvGrpSpPr>
        <p:grpSpPr>
          <a:xfrm>
            <a:off x="-4571" y="2524875"/>
            <a:ext cx="12193523" cy="1808251"/>
            <a:chOff x="-4571" y="1890066"/>
            <a:chExt cx="12193523" cy="1808251"/>
          </a:xfrm>
        </p:grpSpPr>
        <p:sp>
          <p:nvSpPr>
            <p:cNvPr id="13" name="TextBox 12"/>
            <p:cNvSpPr txBox="1"/>
            <p:nvPr/>
          </p:nvSpPr>
          <p:spPr>
            <a:xfrm>
              <a:off x="-4571" y="1890066"/>
              <a:ext cx="12193523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"/>
                </a:rPr>
                <a:t>Odunde Festival</a:t>
              </a:r>
            </a:p>
          </p:txBody>
        </p:sp>
        <p:sp>
          <p:nvSpPr>
            <p:cNvPr id="15" name="Rectangle: Rounded Corners 14"/>
            <p:cNvSpPr/>
            <p:nvPr/>
          </p:nvSpPr>
          <p:spPr>
            <a:xfrm>
              <a:off x="4705350" y="3175046"/>
              <a:ext cx="2773680" cy="5232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726F3A33-C297-263F-FC81-6DC1EAFCF2E4}"/>
              </a:ext>
            </a:extLst>
          </p:cNvPr>
          <p:cNvSpPr/>
          <p:nvPr/>
        </p:nvSpPr>
        <p:spPr>
          <a:xfrm>
            <a:off x="1754246" y="1627562"/>
            <a:ext cx="8257032" cy="1342745"/>
          </a:xfrm>
          <a:prstGeom prst="roundRect">
            <a:avLst/>
          </a:prstGeom>
          <a:solidFill>
            <a:srgbClr val="FF6B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u="sng" dirty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fr-FR" sz="2000" b="1" dirty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CONCEPTION ET DEVELOPPEMENT D’UNE APPLICATION WEB, MOBILE, DESKTOP DE GESTION DE FERME: CAS DE SMARTFARM ERP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562BC43-F3A1-E4DE-BB6C-CF0FC4D6D3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95" y="3957665"/>
            <a:ext cx="1757442" cy="157818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92A00CB-7CE9-EC6D-183F-9502205A22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418" y="161932"/>
            <a:ext cx="1541548" cy="1100505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37B1B1FD-A714-4D0B-05B3-0EBC3EBBF813}"/>
              </a:ext>
            </a:extLst>
          </p:cNvPr>
          <p:cNvSpPr txBox="1"/>
          <p:nvPr/>
        </p:nvSpPr>
        <p:spPr>
          <a:xfrm>
            <a:off x="3254634" y="3716676"/>
            <a:ext cx="7056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latin typeface="Monotype Corsiva" panose="03010101010201010101" pitchFamily="66" charset="0"/>
              </a:rPr>
              <a:t>Présenté par </a:t>
            </a:r>
            <a:r>
              <a:rPr lang="fr-FR" b="1" dirty="0">
                <a:latin typeface="Century Gothic" panose="020B0502020202020204" pitchFamily="34" charset="0"/>
              </a:rPr>
              <a:t>: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E9DF77AB-CE51-B33D-9E00-F01931B3E4BD}"/>
              </a:ext>
            </a:extLst>
          </p:cNvPr>
          <p:cNvGrpSpPr/>
          <p:nvPr/>
        </p:nvGrpSpPr>
        <p:grpSpPr>
          <a:xfrm>
            <a:off x="2654510" y="4319095"/>
            <a:ext cx="7656908" cy="415726"/>
            <a:chOff x="1850385" y="4576307"/>
            <a:chExt cx="7656908" cy="415726"/>
          </a:xfrm>
        </p:grpSpPr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8AE869E3-F49D-D7AA-CCF6-16359C02BB39}"/>
                </a:ext>
              </a:extLst>
            </p:cNvPr>
            <p:cNvSpPr txBox="1"/>
            <p:nvPr/>
          </p:nvSpPr>
          <p:spPr>
            <a:xfrm>
              <a:off x="2450509" y="4576307"/>
              <a:ext cx="70567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latin typeface="Times New Roman" panose="02020603050405020304" pitchFamily="18" charset="0"/>
                  <a:ea typeface="Lato Light" panose="020F0502020204030203" pitchFamily="34" charset="0"/>
                  <a:cs typeface="Times New Roman" panose="02020603050405020304" pitchFamily="18" charset="0"/>
                </a:rPr>
                <a:t>KAMGAING KAMDEM Giovanni Romuald</a:t>
              </a:r>
            </a:p>
          </p:txBody>
        </p:sp>
        <p:sp>
          <p:nvSpPr>
            <p:cNvPr id="26" name="Triangle isocèle 25">
              <a:extLst>
                <a:ext uri="{FF2B5EF4-FFF2-40B4-BE49-F238E27FC236}">
                  <a16:creationId xmlns:a16="http://schemas.microsoft.com/office/drawing/2014/main" id="{5400658B-1866-2952-2A4A-419FF67952E6}"/>
                </a:ext>
              </a:extLst>
            </p:cNvPr>
            <p:cNvSpPr/>
            <p:nvPr/>
          </p:nvSpPr>
          <p:spPr>
            <a:xfrm rot="5400000">
              <a:off x="1811886" y="4670857"/>
              <a:ext cx="359675" cy="282677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pic>
        <p:nvPicPr>
          <p:cNvPr id="27" name="Image 26">
            <a:extLst>
              <a:ext uri="{FF2B5EF4-FFF2-40B4-BE49-F238E27FC236}">
                <a16:creationId xmlns:a16="http://schemas.microsoft.com/office/drawing/2014/main" id="{A0EDE8E4-0531-38A4-356C-45136BE2FF6B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74" y="238963"/>
            <a:ext cx="1240971" cy="1015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/>
      <p:bldP spid="11" grpId="0" animBg="1"/>
      <p:bldP spid="14" grpId="0" animBg="1"/>
      <p:bldP spid="4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4AA31-5919-85E3-EDB8-A58D87491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4DC064F-CFF8-FBE1-912B-799CCF6112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4B36D1-1705-906B-3837-6F62B6F3E243}"/>
              </a:ext>
            </a:extLst>
          </p:cNvPr>
          <p:cNvGrpSpPr/>
          <p:nvPr/>
        </p:nvGrpSpPr>
        <p:grpSpPr>
          <a:xfrm>
            <a:off x="0" y="5760830"/>
            <a:ext cx="2050570" cy="1116220"/>
            <a:chOff x="0" y="5760830"/>
            <a:chExt cx="2050570" cy="1116220"/>
          </a:xfrm>
          <a:solidFill>
            <a:srgbClr val="FF6B06"/>
          </a:solidFill>
        </p:grpSpPr>
        <p:sp>
          <p:nvSpPr>
            <p:cNvPr id="7" name="Google Shape;12;p2">
              <a:extLst>
                <a:ext uri="{FF2B5EF4-FFF2-40B4-BE49-F238E27FC236}">
                  <a16:creationId xmlns:a16="http://schemas.microsoft.com/office/drawing/2014/main" id="{12213030-DF24-2CD4-BD15-92AAFC178C6C}"/>
                </a:ext>
              </a:extLst>
            </p:cNvPr>
            <p:cNvSpPr/>
            <p:nvPr/>
          </p:nvSpPr>
          <p:spPr>
            <a:xfrm rot="10800000">
              <a:off x="0" y="5811458"/>
              <a:ext cx="2050570" cy="1065592"/>
            </a:xfrm>
            <a:custGeom>
              <a:avLst/>
              <a:gdLst>
                <a:gd name="connsiteX0" fmla="*/ 5281 w 64821"/>
                <a:gd name="connsiteY0" fmla="*/ 0 h 36832"/>
                <a:gd name="connsiteX1" fmla="*/ 15 w 64821"/>
                <a:gd name="connsiteY1" fmla="*/ 874 h 36832"/>
                <a:gd name="connsiteX2" fmla="*/ 5037 w 64821"/>
                <a:gd name="connsiteY2" fmla="*/ 2593 h 36832"/>
                <a:gd name="connsiteX3" fmla="*/ 10103 w 64821"/>
                <a:gd name="connsiteY3" fmla="*/ 6454 h 36832"/>
                <a:gd name="connsiteX4" fmla="*/ 24767 w 64821"/>
                <a:gd name="connsiteY4" fmla="*/ 22345 h 36832"/>
                <a:gd name="connsiteX5" fmla="*/ 25984 w 64821"/>
                <a:gd name="connsiteY5" fmla="*/ 22437 h 36832"/>
                <a:gd name="connsiteX6" fmla="*/ 38649 w 64821"/>
                <a:gd name="connsiteY6" fmla="*/ 15314 h 36832"/>
                <a:gd name="connsiteX7" fmla="*/ 41913 w 64821"/>
                <a:gd name="connsiteY7" fmla="*/ 14362 h 36832"/>
                <a:gd name="connsiteX8" fmla="*/ 45010 w 64821"/>
                <a:gd name="connsiteY8" fmla="*/ 15203 h 36832"/>
                <a:gd name="connsiteX9" fmla="*/ 50412 w 64821"/>
                <a:gd name="connsiteY9" fmla="*/ 27010 h 36832"/>
                <a:gd name="connsiteX10" fmla="*/ 64821 w 64821"/>
                <a:gd name="connsiteY10" fmla="*/ 36832 h 36832"/>
                <a:gd name="connsiteX11" fmla="*/ 64472 w 64821"/>
                <a:gd name="connsiteY11" fmla="*/ 2994 h 36832"/>
                <a:gd name="connsiteX12" fmla="*/ 42756 w 64821"/>
                <a:gd name="connsiteY12" fmla="*/ 1254 h 36832"/>
                <a:gd name="connsiteX13" fmla="*/ 12692 w 64821"/>
                <a:gd name="connsiteY13" fmla="*/ 249 h 36832"/>
                <a:gd name="connsiteX14" fmla="*/ 5281 w 64821"/>
                <a:gd name="connsiteY14" fmla="*/ 0 h 36832"/>
                <a:gd name="connsiteX0-1" fmla="*/ 5281 w 64821"/>
                <a:gd name="connsiteY0-2" fmla="*/ 0 h 36832"/>
                <a:gd name="connsiteX1-3" fmla="*/ 15 w 64821"/>
                <a:gd name="connsiteY1-4" fmla="*/ 874 h 36832"/>
                <a:gd name="connsiteX2-5" fmla="*/ 5037 w 64821"/>
                <a:gd name="connsiteY2-6" fmla="*/ 2593 h 36832"/>
                <a:gd name="connsiteX3-7" fmla="*/ 10103 w 64821"/>
                <a:gd name="connsiteY3-8" fmla="*/ 6454 h 36832"/>
                <a:gd name="connsiteX4-9" fmla="*/ 24767 w 64821"/>
                <a:gd name="connsiteY4-10" fmla="*/ 22345 h 36832"/>
                <a:gd name="connsiteX5-11" fmla="*/ 25984 w 64821"/>
                <a:gd name="connsiteY5-12" fmla="*/ 22437 h 36832"/>
                <a:gd name="connsiteX6-13" fmla="*/ 38649 w 64821"/>
                <a:gd name="connsiteY6-14" fmla="*/ 15314 h 36832"/>
                <a:gd name="connsiteX7-15" fmla="*/ 41913 w 64821"/>
                <a:gd name="connsiteY7-16" fmla="*/ 14362 h 36832"/>
                <a:gd name="connsiteX8-17" fmla="*/ 45010 w 64821"/>
                <a:gd name="connsiteY8-18" fmla="*/ 15203 h 36832"/>
                <a:gd name="connsiteX9-19" fmla="*/ 50412 w 64821"/>
                <a:gd name="connsiteY9-20" fmla="*/ 27010 h 36832"/>
                <a:gd name="connsiteX10-21" fmla="*/ 64821 w 64821"/>
                <a:gd name="connsiteY10-22" fmla="*/ 36832 h 36832"/>
                <a:gd name="connsiteX11-23" fmla="*/ 64821 w 64821"/>
                <a:gd name="connsiteY11-24" fmla="*/ 2231 h 36832"/>
                <a:gd name="connsiteX12-25" fmla="*/ 42756 w 64821"/>
                <a:gd name="connsiteY12-26" fmla="*/ 1254 h 36832"/>
                <a:gd name="connsiteX13-27" fmla="*/ 12692 w 64821"/>
                <a:gd name="connsiteY13-28" fmla="*/ 249 h 36832"/>
                <a:gd name="connsiteX14-29" fmla="*/ 5281 w 64821"/>
                <a:gd name="connsiteY14-30" fmla="*/ 0 h 36832"/>
                <a:gd name="connsiteX0-31" fmla="*/ 5281 w 64821"/>
                <a:gd name="connsiteY0-32" fmla="*/ 0 h 36832"/>
                <a:gd name="connsiteX1-33" fmla="*/ 15 w 64821"/>
                <a:gd name="connsiteY1-34" fmla="*/ 874 h 36832"/>
                <a:gd name="connsiteX2-35" fmla="*/ 5037 w 64821"/>
                <a:gd name="connsiteY2-36" fmla="*/ 2593 h 36832"/>
                <a:gd name="connsiteX3-37" fmla="*/ 10103 w 64821"/>
                <a:gd name="connsiteY3-38" fmla="*/ 6454 h 36832"/>
                <a:gd name="connsiteX4-39" fmla="*/ 24767 w 64821"/>
                <a:gd name="connsiteY4-40" fmla="*/ 22345 h 36832"/>
                <a:gd name="connsiteX5-41" fmla="*/ 25984 w 64821"/>
                <a:gd name="connsiteY5-42" fmla="*/ 22437 h 36832"/>
                <a:gd name="connsiteX6-43" fmla="*/ 38649 w 64821"/>
                <a:gd name="connsiteY6-44" fmla="*/ 15314 h 36832"/>
                <a:gd name="connsiteX7-45" fmla="*/ 41913 w 64821"/>
                <a:gd name="connsiteY7-46" fmla="*/ 14362 h 36832"/>
                <a:gd name="connsiteX8-47" fmla="*/ 45010 w 64821"/>
                <a:gd name="connsiteY8-48" fmla="*/ 15203 h 36832"/>
                <a:gd name="connsiteX9-49" fmla="*/ 50412 w 64821"/>
                <a:gd name="connsiteY9-50" fmla="*/ 27010 h 36832"/>
                <a:gd name="connsiteX10-51" fmla="*/ 64821 w 64821"/>
                <a:gd name="connsiteY10-52" fmla="*/ 36832 h 36832"/>
                <a:gd name="connsiteX11-53" fmla="*/ 64821 w 64821"/>
                <a:gd name="connsiteY11-54" fmla="*/ 2231 h 36832"/>
                <a:gd name="connsiteX12-55" fmla="*/ 42756 w 64821"/>
                <a:gd name="connsiteY12-56" fmla="*/ 1254 h 36832"/>
                <a:gd name="connsiteX13-57" fmla="*/ 12692 w 64821"/>
                <a:gd name="connsiteY13-58" fmla="*/ 249 h 36832"/>
                <a:gd name="connsiteX14-59" fmla="*/ 5281 w 64821"/>
                <a:gd name="connsiteY14-60" fmla="*/ 0 h 36832"/>
                <a:gd name="connsiteX0-61" fmla="*/ 5281 w 64821"/>
                <a:gd name="connsiteY0-62" fmla="*/ 0 h 36832"/>
                <a:gd name="connsiteX1-63" fmla="*/ 15 w 64821"/>
                <a:gd name="connsiteY1-64" fmla="*/ 874 h 36832"/>
                <a:gd name="connsiteX2-65" fmla="*/ 5037 w 64821"/>
                <a:gd name="connsiteY2-66" fmla="*/ 2593 h 36832"/>
                <a:gd name="connsiteX3-67" fmla="*/ 10103 w 64821"/>
                <a:gd name="connsiteY3-68" fmla="*/ 6454 h 36832"/>
                <a:gd name="connsiteX4-69" fmla="*/ 24767 w 64821"/>
                <a:gd name="connsiteY4-70" fmla="*/ 22345 h 36832"/>
                <a:gd name="connsiteX5-71" fmla="*/ 25984 w 64821"/>
                <a:gd name="connsiteY5-72" fmla="*/ 22437 h 36832"/>
                <a:gd name="connsiteX6-73" fmla="*/ 38649 w 64821"/>
                <a:gd name="connsiteY6-74" fmla="*/ 15314 h 36832"/>
                <a:gd name="connsiteX7-75" fmla="*/ 41913 w 64821"/>
                <a:gd name="connsiteY7-76" fmla="*/ 14362 h 36832"/>
                <a:gd name="connsiteX8-77" fmla="*/ 45010 w 64821"/>
                <a:gd name="connsiteY8-78" fmla="*/ 15203 h 36832"/>
                <a:gd name="connsiteX9-79" fmla="*/ 50412 w 64821"/>
                <a:gd name="connsiteY9-80" fmla="*/ 27010 h 36832"/>
                <a:gd name="connsiteX10-81" fmla="*/ 64821 w 64821"/>
                <a:gd name="connsiteY10-82" fmla="*/ 36832 h 36832"/>
                <a:gd name="connsiteX11-83" fmla="*/ 64647 w 64821"/>
                <a:gd name="connsiteY11-84" fmla="*/ 2422 h 36832"/>
                <a:gd name="connsiteX12-85" fmla="*/ 42756 w 64821"/>
                <a:gd name="connsiteY12-86" fmla="*/ 1254 h 36832"/>
                <a:gd name="connsiteX13-87" fmla="*/ 12692 w 64821"/>
                <a:gd name="connsiteY13-88" fmla="*/ 249 h 36832"/>
                <a:gd name="connsiteX14-89" fmla="*/ 5281 w 64821"/>
                <a:gd name="connsiteY14-90" fmla="*/ 0 h 36832"/>
                <a:gd name="connsiteX0-91" fmla="*/ 5281 w 64821"/>
                <a:gd name="connsiteY0-92" fmla="*/ 371 h 37203"/>
                <a:gd name="connsiteX1-93" fmla="*/ 15 w 64821"/>
                <a:gd name="connsiteY1-94" fmla="*/ 1245 h 37203"/>
                <a:gd name="connsiteX2-95" fmla="*/ 5037 w 64821"/>
                <a:gd name="connsiteY2-96" fmla="*/ 2964 h 37203"/>
                <a:gd name="connsiteX3-97" fmla="*/ 10103 w 64821"/>
                <a:gd name="connsiteY3-98" fmla="*/ 6825 h 37203"/>
                <a:gd name="connsiteX4-99" fmla="*/ 24767 w 64821"/>
                <a:gd name="connsiteY4-100" fmla="*/ 22716 h 37203"/>
                <a:gd name="connsiteX5-101" fmla="*/ 25984 w 64821"/>
                <a:gd name="connsiteY5-102" fmla="*/ 22808 h 37203"/>
                <a:gd name="connsiteX6-103" fmla="*/ 38649 w 64821"/>
                <a:gd name="connsiteY6-104" fmla="*/ 15685 h 37203"/>
                <a:gd name="connsiteX7-105" fmla="*/ 41913 w 64821"/>
                <a:gd name="connsiteY7-106" fmla="*/ 14733 h 37203"/>
                <a:gd name="connsiteX8-107" fmla="*/ 45010 w 64821"/>
                <a:gd name="connsiteY8-108" fmla="*/ 15574 h 37203"/>
                <a:gd name="connsiteX9-109" fmla="*/ 50412 w 64821"/>
                <a:gd name="connsiteY9-110" fmla="*/ 27381 h 37203"/>
                <a:gd name="connsiteX10-111" fmla="*/ 64821 w 64821"/>
                <a:gd name="connsiteY10-112" fmla="*/ 37203 h 37203"/>
                <a:gd name="connsiteX11-113" fmla="*/ 64780 w 64821"/>
                <a:gd name="connsiteY11-114" fmla="*/ 322 h 37203"/>
                <a:gd name="connsiteX12-115" fmla="*/ 42756 w 64821"/>
                <a:gd name="connsiteY12-116" fmla="*/ 1625 h 37203"/>
                <a:gd name="connsiteX13-117" fmla="*/ 12692 w 64821"/>
                <a:gd name="connsiteY13-118" fmla="*/ 620 h 37203"/>
                <a:gd name="connsiteX14-119" fmla="*/ 5281 w 64821"/>
                <a:gd name="connsiteY14-120" fmla="*/ 371 h 37203"/>
                <a:gd name="connsiteX0-121" fmla="*/ 5281 w 64821"/>
                <a:gd name="connsiteY0-122" fmla="*/ 588 h 37420"/>
                <a:gd name="connsiteX1-123" fmla="*/ 15 w 64821"/>
                <a:gd name="connsiteY1-124" fmla="*/ 1462 h 37420"/>
                <a:gd name="connsiteX2-125" fmla="*/ 5037 w 64821"/>
                <a:gd name="connsiteY2-126" fmla="*/ 3181 h 37420"/>
                <a:gd name="connsiteX3-127" fmla="*/ 10103 w 64821"/>
                <a:gd name="connsiteY3-128" fmla="*/ 7042 h 37420"/>
                <a:gd name="connsiteX4-129" fmla="*/ 24767 w 64821"/>
                <a:gd name="connsiteY4-130" fmla="*/ 22933 h 37420"/>
                <a:gd name="connsiteX5-131" fmla="*/ 25984 w 64821"/>
                <a:gd name="connsiteY5-132" fmla="*/ 23025 h 37420"/>
                <a:gd name="connsiteX6-133" fmla="*/ 38649 w 64821"/>
                <a:gd name="connsiteY6-134" fmla="*/ 15902 h 37420"/>
                <a:gd name="connsiteX7-135" fmla="*/ 41913 w 64821"/>
                <a:gd name="connsiteY7-136" fmla="*/ 14950 h 37420"/>
                <a:gd name="connsiteX8-137" fmla="*/ 45010 w 64821"/>
                <a:gd name="connsiteY8-138" fmla="*/ 15791 h 37420"/>
                <a:gd name="connsiteX9-139" fmla="*/ 50412 w 64821"/>
                <a:gd name="connsiteY9-140" fmla="*/ 27598 h 37420"/>
                <a:gd name="connsiteX10-141" fmla="*/ 64821 w 64821"/>
                <a:gd name="connsiteY10-142" fmla="*/ 37420 h 37420"/>
                <a:gd name="connsiteX11-143" fmla="*/ 64780 w 64821"/>
                <a:gd name="connsiteY11-144" fmla="*/ 539 h 37420"/>
                <a:gd name="connsiteX12-145" fmla="*/ 41692 w 64821"/>
                <a:gd name="connsiteY12-146" fmla="*/ 388 h 37420"/>
                <a:gd name="connsiteX13-147" fmla="*/ 12692 w 64821"/>
                <a:gd name="connsiteY13-148" fmla="*/ 837 h 37420"/>
                <a:gd name="connsiteX14-149" fmla="*/ 5281 w 64821"/>
                <a:gd name="connsiteY14-150" fmla="*/ 588 h 37420"/>
                <a:gd name="connsiteX0-151" fmla="*/ 5281 w 64821"/>
                <a:gd name="connsiteY0-152" fmla="*/ 588 h 37420"/>
                <a:gd name="connsiteX1-153" fmla="*/ 15 w 64821"/>
                <a:gd name="connsiteY1-154" fmla="*/ 1462 h 37420"/>
                <a:gd name="connsiteX2-155" fmla="*/ 5037 w 64821"/>
                <a:gd name="connsiteY2-156" fmla="*/ 3181 h 37420"/>
                <a:gd name="connsiteX3-157" fmla="*/ 10103 w 64821"/>
                <a:gd name="connsiteY3-158" fmla="*/ 7042 h 37420"/>
                <a:gd name="connsiteX4-159" fmla="*/ 24767 w 64821"/>
                <a:gd name="connsiteY4-160" fmla="*/ 22933 h 37420"/>
                <a:gd name="connsiteX5-161" fmla="*/ 25984 w 64821"/>
                <a:gd name="connsiteY5-162" fmla="*/ 23025 h 37420"/>
                <a:gd name="connsiteX6-163" fmla="*/ 38649 w 64821"/>
                <a:gd name="connsiteY6-164" fmla="*/ 15902 h 37420"/>
                <a:gd name="connsiteX7-165" fmla="*/ 41913 w 64821"/>
                <a:gd name="connsiteY7-166" fmla="*/ 14950 h 37420"/>
                <a:gd name="connsiteX8-167" fmla="*/ 45010 w 64821"/>
                <a:gd name="connsiteY8-168" fmla="*/ 15791 h 37420"/>
                <a:gd name="connsiteX9-169" fmla="*/ 50412 w 64821"/>
                <a:gd name="connsiteY9-170" fmla="*/ 27598 h 37420"/>
                <a:gd name="connsiteX10-171" fmla="*/ 64821 w 64821"/>
                <a:gd name="connsiteY10-172" fmla="*/ 37420 h 37420"/>
                <a:gd name="connsiteX11-173" fmla="*/ 64780 w 64821"/>
                <a:gd name="connsiteY11-174" fmla="*/ 539 h 37420"/>
                <a:gd name="connsiteX12-175" fmla="*/ 41692 w 64821"/>
                <a:gd name="connsiteY12-176" fmla="*/ 388 h 37420"/>
                <a:gd name="connsiteX13-177" fmla="*/ 12692 w 64821"/>
                <a:gd name="connsiteY13-178" fmla="*/ 837 h 37420"/>
                <a:gd name="connsiteX14-179" fmla="*/ 5281 w 64821"/>
                <a:gd name="connsiteY14-180" fmla="*/ 588 h 37420"/>
                <a:gd name="connsiteX0-181" fmla="*/ 5281 w 64821"/>
                <a:gd name="connsiteY0-182" fmla="*/ 525 h 37357"/>
                <a:gd name="connsiteX1-183" fmla="*/ 15 w 64821"/>
                <a:gd name="connsiteY1-184" fmla="*/ 1399 h 37357"/>
                <a:gd name="connsiteX2-185" fmla="*/ 5037 w 64821"/>
                <a:gd name="connsiteY2-186" fmla="*/ 3118 h 37357"/>
                <a:gd name="connsiteX3-187" fmla="*/ 10103 w 64821"/>
                <a:gd name="connsiteY3-188" fmla="*/ 6979 h 37357"/>
                <a:gd name="connsiteX4-189" fmla="*/ 24767 w 64821"/>
                <a:gd name="connsiteY4-190" fmla="*/ 22870 h 37357"/>
                <a:gd name="connsiteX5-191" fmla="*/ 25984 w 64821"/>
                <a:gd name="connsiteY5-192" fmla="*/ 22962 h 37357"/>
                <a:gd name="connsiteX6-193" fmla="*/ 38649 w 64821"/>
                <a:gd name="connsiteY6-194" fmla="*/ 15839 h 37357"/>
                <a:gd name="connsiteX7-195" fmla="*/ 41913 w 64821"/>
                <a:gd name="connsiteY7-196" fmla="*/ 14887 h 37357"/>
                <a:gd name="connsiteX8-197" fmla="*/ 45010 w 64821"/>
                <a:gd name="connsiteY8-198" fmla="*/ 15728 h 37357"/>
                <a:gd name="connsiteX9-199" fmla="*/ 50412 w 64821"/>
                <a:gd name="connsiteY9-200" fmla="*/ 27535 h 37357"/>
                <a:gd name="connsiteX10-201" fmla="*/ 64821 w 64821"/>
                <a:gd name="connsiteY10-202" fmla="*/ 37357 h 37357"/>
                <a:gd name="connsiteX11-203" fmla="*/ 64780 w 64821"/>
                <a:gd name="connsiteY11-204" fmla="*/ 476 h 37357"/>
                <a:gd name="connsiteX12-205" fmla="*/ 41692 w 64821"/>
                <a:gd name="connsiteY12-206" fmla="*/ 325 h 37357"/>
                <a:gd name="connsiteX13-207" fmla="*/ 12692 w 64821"/>
                <a:gd name="connsiteY13-208" fmla="*/ 774 h 37357"/>
                <a:gd name="connsiteX14-209" fmla="*/ 5281 w 64821"/>
                <a:gd name="connsiteY14-210" fmla="*/ 525 h 37357"/>
                <a:gd name="connsiteX0-211" fmla="*/ 5281 w 64821"/>
                <a:gd name="connsiteY0-212" fmla="*/ 200 h 37032"/>
                <a:gd name="connsiteX1-213" fmla="*/ 15 w 64821"/>
                <a:gd name="connsiteY1-214" fmla="*/ 1074 h 37032"/>
                <a:gd name="connsiteX2-215" fmla="*/ 5037 w 64821"/>
                <a:gd name="connsiteY2-216" fmla="*/ 2793 h 37032"/>
                <a:gd name="connsiteX3-217" fmla="*/ 10103 w 64821"/>
                <a:gd name="connsiteY3-218" fmla="*/ 6654 h 37032"/>
                <a:gd name="connsiteX4-219" fmla="*/ 24767 w 64821"/>
                <a:gd name="connsiteY4-220" fmla="*/ 22545 h 37032"/>
                <a:gd name="connsiteX5-221" fmla="*/ 25984 w 64821"/>
                <a:gd name="connsiteY5-222" fmla="*/ 22637 h 37032"/>
                <a:gd name="connsiteX6-223" fmla="*/ 38649 w 64821"/>
                <a:gd name="connsiteY6-224" fmla="*/ 15514 h 37032"/>
                <a:gd name="connsiteX7-225" fmla="*/ 41913 w 64821"/>
                <a:gd name="connsiteY7-226" fmla="*/ 14562 h 37032"/>
                <a:gd name="connsiteX8-227" fmla="*/ 45010 w 64821"/>
                <a:gd name="connsiteY8-228" fmla="*/ 15403 h 37032"/>
                <a:gd name="connsiteX9-229" fmla="*/ 50412 w 64821"/>
                <a:gd name="connsiteY9-230" fmla="*/ 27210 h 37032"/>
                <a:gd name="connsiteX10-231" fmla="*/ 64821 w 64821"/>
                <a:gd name="connsiteY10-232" fmla="*/ 37032 h 37032"/>
                <a:gd name="connsiteX11-233" fmla="*/ 64780 w 64821"/>
                <a:gd name="connsiteY11-234" fmla="*/ 151 h 37032"/>
                <a:gd name="connsiteX12-235" fmla="*/ 41692 w 64821"/>
                <a:gd name="connsiteY12-236" fmla="*/ 0 h 37032"/>
                <a:gd name="connsiteX13-237" fmla="*/ 12692 w 64821"/>
                <a:gd name="connsiteY13-238" fmla="*/ 449 h 37032"/>
                <a:gd name="connsiteX14-239" fmla="*/ 5281 w 64821"/>
                <a:gd name="connsiteY14-240" fmla="*/ 200 h 37032"/>
                <a:gd name="connsiteX0-241" fmla="*/ 5281 w 64909"/>
                <a:gd name="connsiteY0-242" fmla="*/ 200 h 37032"/>
                <a:gd name="connsiteX1-243" fmla="*/ 15 w 64909"/>
                <a:gd name="connsiteY1-244" fmla="*/ 1074 h 37032"/>
                <a:gd name="connsiteX2-245" fmla="*/ 5037 w 64909"/>
                <a:gd name="connsiteY2-246" fmla="*/ 2793 h 37032"/>
                <a:gd name="connsiteX3-247" fmla="*/ 10103 w 64909"/>
                <a:gd name="connsiteY3-248" fmla="*/ 6654 h 37032"/>
                <a:gd name="connsiteX4-249" fmla="*/ 24767 w 64909"/>
                <a:gd name="connsiteY4-250" fmla="*/ 22545 h 37032"/>
                <a:gd name="connsiteX5-251" fmla="*/ 25984 w 64909"/>
                <a:gd name="connsiteY5-252" fmla="*/ 22637 h 37032"/>
                <a:gd name="connsiteX6-253" fmla="*/ 38649 w 64909"/>
                <a:gd name="connsiteY6-254" fmla="*/ 15514 h 37032"/>
                <a:gd name="connsiteX7-255" fmla="*/ 41913 w 64909"/>
                <a:gd name="connsiteY7-256" fmla="*/ 14562 h 37032"/>
                <a:gd name="connsiteX8-257" fmla="*/ 45010 w 64909"/>
                <a:gd name="connsiteY8-258" fmla="*/ 15403 h 37032"/>
                <a:gd name="connsiteX9-259" fmla="*/ 50412 w 64909"/>
                <a:gd name="connsiteY9-260" fmla="*/ 27210 h 37032"/>
                <a:gd name="connsiteX10-261" fmla="*/ 64821 w 64909"/>
                <a:gd name="connsiteY10-262" fmla="*/ 37032 h 37032"/>
                <a:gd name="connsiteX11-263" fmla="*/ 64780 w 64909"/>
                <a:gd name="connsiteY11-264" fmla="*/ 151 h 37032"/>
                <a:gd name="connsiteX12-265" fmla="*/ 41692 w 64909"/>
                <a:gd name="connsiteY12-266" fmla="*/ 0 h 37032"/>
                <a:gd name="connsiteX13-267" fmla="*/ 12692 w 64909"/>
                <a:gd name="connsiteY13-268" fmla="*/ 449 h 37032"/>
                <a:gd name="connsiteX14-269" fmla="*/ 5281 w 64909"/>
                <a:gd name="connsiteY14-270" fmla="*/ 200 h 37032"/>
                <a:gd name="connsiteX0-271" fmla="*/ 5545 w 65173"/>
                <a:gd name="connsiteY0-272" fmla="*/ 202 h 37034"/>
                <a:gd name="connsiteX1-273" fmla="*/ 13 w 65173"/>
                <a:gd name="connsiteY1-274" fmla="*/ 349 h 37034"/>
                <a:gd name="connsiteX2-275" fmla="*/ 5301 w 65173"/>
                <a:gd name="connsiteY2-276" fmla="*/ 2795 h 37034"/>
                <a:gd name="connsiteX3-277" fmla="*/ 10367 w 65173"/>
                <a:gd name="connsiteY3-278" fmla="*/ 6656 h 37034"/>
                <a:gd name="connsiteX4-279" fmla="*/ 25031 w 65173"/>
                <a:gd name="connsiteY4-280" fmla="*/ 22547 h 37034"/>
                <a:gd name="connsiteX5-281" fmla="*/ 26248 w 65173"/>
                <a:gd name="connsiteY5-282" fmla="*/ 22639 h 37034"/>
                <a:gd name="connsiteX6-283" fmla="*/ 38913 w 65173"/>
                <a:gd name="connsiteY6-284" fmla="*/ 15516 h 37034"/>
                <a:gd name="connsiteX7-285" fmla="*/ 42177 w 65173"/>
                <a:gd name="connsiteY7-286" fmla="*/ 14564 h 37034"/>
                <a:gd name="connsiteX8-287" fmla="*/ 45274 w 65173"/>
                <a:gd name="connsiteY8-288" fmla="*/ 15405 h 37034"/>
                <a:gd name="connsiteX9-289" fmla="*/ 50676 w 65173"/>
                <a:gd name="connsiteY9-290" fmla="*/ 27212 h 37034"/>
                <a:gd name="connsiteX10-291" fmla="*/ 65085 w 65173"/>
                <a:gd name="connsiteY10-292" fmla="*/ 37034 h 37034"/>
                <a:gd name="connsiteX11-293" fmla="*/ 65044 w 65173"/>
                <a:gd name="connsiteY11-294" fmla="*/ 153 h 37034"/>
                <a:gd name="connsiteX12-295" fmla="*/ 41956 w 65173"/>
                <a:gd name="connsiteY12-296" fmla="*/ 2 h 37034"/>
                <a:gd name="connsiteX13-297" fmla="*/ 12956 w 65173"/>
                <a:gd name="connsiteY13-298" fmla="*/ 451 h 37034"/>
                <a:gd name="connsiteX14-299" fmla="*/ 5545 w 65173"/>
                <a:gd name="connsiteY14-300" fmla="*/ 202 h 3703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65173" h="37034" extrusionOk="0">
                  <a:moveTo>
                    <a:pt x="5545" y="202"/>
                  </a:moveTo>
                  <a:cubicBezTo>
                    <a:pt x="2631" y="202"/>
                    <a:pt x="-223" y="-339"/>
                    <a:pt x="13" y="349"/>
                  </a:cubicBezTo>
                  <a:cubicBezTo>
                    <a:pt x="236" y="974"/>
                    <a:pt x="3575" y="1744"/>
                    <a:pt x="5301" y="2795"/>
                  </a:cubicBezTo>
                  <a:cubicBezTo>
                    <a:pt x="7027" y="3846"/>
                    <a:pt x="8939" y="5071"/>
                    <a:pt x="10367" y="6656"/>
                  </a:cubicBezTo>
                  <a:cubicBezTo>
                    <a:pt x="13715" y="10294"/>
                    <a:pt x="16661" y="21252"/>
                    <a:pt x="25031" y="22547"/>
                  </a:cubicBezTo>
                  <a:cubicBezTo>
                    <a:pt x="25440" y="22609"/>
                    <a:pt x="25846" y="22639"/>
                    <a:pt x="26248" y="22639"/>
                  </a:cubicBezTo>
                  <a:cubicBezTo>
                    <a:pt x="31891" y="22639"/>
                    <a:pt x="36851" y="16871"/>
                    <a:pt x="38913" y="15516"/>
                  </a:cubicBezTo>
                  <a:cubicBezTo>
                    <a:pt x="39905" y="14883"/>
                    <a:pt x="41038" y="14564"/>
                    <a:pt x="42177" y="14564"/>
                  </a:cubicBezTo>
                  <a:cubicBezTo>
                    <a:pt x="43243" y="14564"/>
                    <a:pt x="44314" y="14844"/>
                    <a:pt x="45274" y="15405"/>
                  </a:cubicBezTo>
                  <a:cubicBezTo>
                    <a:pt x="49069" y="17704"/>
                    <a:pt x="49113" y="23060"/>
                    <a:pt x="50676" y="27212"/>
                  </a:cubicBezTo>
                  <a:cubicBezTo>
                    <a:pt x="52684" y="32345"/>
                    <a:pt x="59617" y="36343"/>
                    <a:pt x="65085" y="37034"/>
                  </a:cubicBezTo>
                  <a:cubicBezTo>
                    <a:pt x="64706" y="25853"/>
                    <a:pt x="65461" y="11842"/>
                    <a:pt x="65044" y="153"/>
                  </a:cubicBezTo>
                  <a:cubicBezTo>
                    <a:pt x="57481" y="503"/>
                    <a:pt x="49210" y="247"/>
                    <a:pt x="41956" y="2"/>
                  </a:cubicBezTo>
                  <a:lnTo>
                    <a:pt x="12956" y="451"/>
                  </a:lnTo>
                  <a:cubicBezTo>
                    <a:pt x="12182" y="417"/>
                    <a:pt x="8676" y="202"/>
                    <a:pt x="5545" y="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22;p2">
              <a:extLst>
                <a:ext uri="{FF2B5EF4-FFF2-40B4-BE49-F238E27FC236}">
                  <a16:creationId xmlns:a16="http://schemas.microsoft.com/office/drawing/2014/main" id="{AF4B4094-C2E2-7491-376E-1E3BCBAD8E35}"/>
                </a:ext>
              </a:extLst>
            </p:cNvPr>
            <p:cNvSpPr/>
            <p:nvPr/>
          </p:nvSpPr>
          <p:spPr>
            <a:xfrm rot="13954858">
              <a:off x="718197" y="5760830"/>
              <a:ext cx="291754" cy="291754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8E289040-2299-4BD5-A7C6-EFC2CDCB251B}"/>
              </a:ext>
            </a:extLst>
          </p:cNvPr>
          <p:cNvSpPr/>
          <p:nvPr/>
        </p:nvSpPr>
        <p:spPr>
          <a:xfrm rot="10800000" flipH="1">
            <a:off x="6206188" y="3792092"/>
            <a:ext cx="5982764" cy="3108984"/>
          </a:xfrm>
          <a:custGeom>
            <a:avLst/>
            <a:gdLst>
              <a:gd name="connsiteX0" fmla="*/ 5281 w 64821"/>
              <a:gd name="connsiteY0" fmla="*/ 0 h 36832"/>
              <a:gd name="connsiteX1" fmla="*/ 15 w 64821"/>
              <a:gd name="connsiteY1" fmla="*/ 874 h 36832"/>
              <a:gd name="connsiteX2" fmla="*/ 5037 w 64821"/>
              <a:gd name="connsiteY2" fmla="*/ 2593 h 36832"/>
              <a:gd name="connsiteX3" fmla="*/ 10103 w 64821"/>
              <a:gd name="connsiteY3" fmla="*/ 6454 h 36832"/>
              <a:gd name="connsiteX4" fmla="*/ 24767 w 64821"/>
              <a:gd name="connsiteY4" fmla="*/ 22345 h 36832"/>
              <a:gd name="connsiteX5" fmla="*/ 25984 w 64821"/>
              <a:gd name="connsiteY5" fmla="*/ 22437 h 36832"/>
              <a:gd name="connsiteX6" fmla="*/ 38649 w 64821"/>
              <a:gd name="connsiteY6" fmla="*/ 15314 h 36832"/>
              <a:gd name="connsiteX7" fmla="*/ 41913 w 64821"/>
              <a:gd name="connsiteY7" fmla="*/ 14362 h 36832"/>
              <a:gd name="connsiteX8" fmla="*/ 45010 w 64821"/>
              <a:gd name="connsiteY8" fmla="*/ 15203 h 36832"/>
              <a:gd name="connsiteX9" fmla="*/ 50412 w 64821"/>
              <a:gd name="connsiteY9" fmla="*/ 27010 h 36832"/>
              <a:gd name="connsiteX10" fmla="*/ 64821 w 64821"/>
              <a:gd name="connsiteY10" fmla="*/ 36832 h 36832"/>
              <a:gd name="connsiteX11" fmla="*/ 64472 w 64821"/>
              <a:gd name="connsiteY11" fmla="*/ 2994 h 36832"/>
              <a:gd name="connsiteX12" fmla="*/ 42756 w 64821"/>
              <a:gd name="connsiteY12" fmla="*/ 1254 h 36832"/>
              <a:gd name="connsiteX13" fmla="*/ 12692 w 64821"/>
              <a:gd name="connsiteY13" fmla="*/ 249 h 36832"/>
              <a:gd name="connsiteX14" fmla="*/ 5281 w 64821"/>
              <a:gd name="connsiteY14" fmla="*/ 0 h 36832"/>
              <a:gd name="connsiteX0-1" fmla="*/ 5281 w 64821"/>
              <a:gd name="connsiteY0-2" fmla="*/ 0 h 36832"/>
              <a:gd name="connsiteX1-3" fmla="*/ 15 w 64821"/>
              <a:gd name="connsiteY1-4" fmla="*/ 874 h 36832"/>
              <a:gd name="connsiteX2-5" fmla="*/ 5037 w 64821"/>
              <a:gd name="connsiteY2-6" fmla="*/ 2593 h 36832"/>
              <a:gd name="connsiteX3-7" fmla="*/ 10103 w 64821"/>
              <a:gd name="connsiteY3-8" fmla="*/ 6454 h 36832"/>
              <a:gd name="connsiteX4-9" fmla="*/ 24767 w 64821"/>
              <a:gd name="connsiteY4-10" fmla="*/ 22345 h 36832"/>
              <a:gd name="connsiteX5-11" fmla="*/ 25984 w 64821"/>
              <a:gd name="connsiteY5-12" fmla="*/ 22437 h 36832"/>
              <a:gd name="connsiteX6-13" fmla="*/ 38649 w 64821"/>
              <a:gd name="connsiteY6-14" fmla="*/ 15314 h 36832"/>
              <a:gd name="connsiteX7-15" fmla="*/ 41913 w 64821"/>
              <a:gd name="connsiteY7-16" fmla="*/ 14362 h 36832"/>
              <a:gd name="connsiteX8-17" fmla="*/ 45010 w 64821"/>
              <a:gd name="connsiteY8-18" fmla="*/ 15203 h 36832"/>
              <a:gd name="connsiteX9-19" fmla="*/ 50412 w 64821"/>
              <a:gd name="connsiteY9-20" fmla="*/ 27010 h 36832"/>
              <a:gd name="connsiteX10-21" fmla="*/ 64821 w 64821"/>
              <a:gd name="connsiteY10-22" fmla="*/ 36832 h 36832"/>
              <a:gd name="connsiteX11-23" fmla="*/ 64821 w 64821"/>
              <a:gd name="connsiteY11-24" fmla="*/ 2231 h 36832"/>
              <a:gd name="connsiteX12-25" fmla="*/ 42756 w 64821"/>
              <a:gd name="connsiteY12-26" fmla="*/ 1254 h 36832"/>
              <a:gd name="connsiteX13-27" fmla="*/ 12692 w 64821"/>
              <a:gd name="connsiteY13-28" fmla="*/ 249 h 36832"/>
              <a:gd name="connsiteX14-29" fmla="*/ 5281 w 64821"/>
              <a:gd name="connsiteY14-30" fmla="*/ 0 h 36832"/>
              <a:gd name="connsiteX0-31" fmla="*/ 5281 w 64821"/>
              <a:gd name="connsiteY0-32" fmla="*/ 0 h 36832"/>
              <a:gd name="connsiteX1-33" fmla="*/ 15 w 64821"/>
              <a:gd name="connsiteY1-34" fmla="*/ 874 h 36832"/>
              <a:gd name="connsiteX2-35" fmla="*/ 5037 w 64821"/>
              <a:gd name="connsiteY2-36" fmla="*/ 2593 h 36832"/>
              <a:gd name="connsiteX3-37" fmla="*/ 10103 w 64821"/>
              <a:gd name="connsiteY3-38" fmla="*/ 6454 h 36832"/>
              <a:gd name="connsiteX4-39" fmla="*/ 24767 w 64821"/>
              <a:gd name="connsiteY4-40" fmla="*/ 22345 h 36832"/>
              <a:gd name="connsiteX5-41" fmla="*/ 25984 w 64821"/>
              <a:gd name="connsiteY5-42" fmla="*/ 22437 h 36832"/>
              <a:gd name="connsiteX6-43" fmla="*/ 38649 w 64821"/>
              <a:gd name="connsiteY6-44" fmla="*/ 15314 h 36832"/>
              <a:gd name="connsiteX7-45" fmla="*/ 41913 w 64821"/>
              <a:gd name="connsiteY7-46" fmla="*/ 14362 h 36832"/>
              <a:gd name="connsiteX8-47" fmla="*/ 45010 w 64821"/>
              <a:gd name="connsiteY8-48" fmla="*/ 15203 h 36832"/>
              <a:gd name="connsiteX9-49" fmla="*/ 50412 w 64821"/>
              <a:gd name="connsiteY9-50" fmla="*/ 27010 h 36832"/>
              <a:gd name="connsiteX10-51" fmla="*/ 64821 w 64821"/>
              <a:gd name="connsiteY10-52" fmla="*/ 36832 h 36832"/>
              <a:gd name="connsiteX11-53" fmla="*/ 64821 w 64821"/>
              <a:gd name="connsiteY11-54" fmla="*/ 2231 h 36832"/>
              <a:gd name="connsiteX12-55" fmla="*/ 42756 w 64821"/>
              <a:gd name="connsiteY12-56" fmla="*/ 1254 h 36832"/>
              <a:gd name="connsiteX13-57" fmla="*/ 12692 w 64821"/>
              <a:gd name="connsiteY13-58" fmla="*/ 249 h 36832"/>
              <a:gd name="connsiteX14-59" fmla="*/ 5281 w 64821"/>
              <a:gd name="connsiteY14-60" fmla="*/ 0 h 36832"/>
              <a:gd name="connsiteX0-61" fmla="*/ 5281 w 64821"/>
              <a:gd name="connsiteY0-62" fmla="*/ 0 h 36832"/>
              <a:gd name="connsiteX1-63" fmla="*/ 15 w 64821"/>
              <a:gd name="connsiteY1-64" fmla="*/ 874 h 36832"/>
              <a:gd name="connsiteX2-65" fmla="*/ 5037 w 64821"/>
              <a:gd name="connsiteY2-66" fmla="*/ 2593 h 36832"/>
              <a:gd name="connsiteX3-67" fmla="*/ 10103 w 64821"/>
              <a:gd name="connsiteY3-68" fmla="*/ 6454 h 36832"/>
              <a:gd name="connsiteX4-69" fmla="*/ 24767 w 64821"/>
              <a:gd name="connsiteY4-70" fmla="*/ 22345 h 36832"/>
              <a:gd name="connsiteX5-71" fmla="*/ 25984 w 64821"/>
              <a:gd name="connsiteY5-72" fmla="*/ 22437 h 36832"/>
              <a:gd name="connsiteX6-73" fmla="*/ 38649 w 64821"/>
              <a:gd name="connsiteY6-74" fmla="*/ 15314 h 36832"/>
              <a:gd name="connsiteX7-75" fmla="*/ 41913 w 64821"/>
              <a:gd name="connsiteY7-76" fmla="*/ 14362 h 36832"/>
              <a:gd name="connsiteX8-77" fmla="*/ 45010 w 64821"/>
              <a:gd name="connsiteY8-78" fmla="*/ 15203 h 36832"/>
              <a:gd name="connsiteX9-79" fmla="*/ 50412 w 64821"/>
              <a:gd name="connsiteY9-80" fmla="*/ 27010 h 36832"/>
              <a:gd name="connsiteX10-81" fmla="*/ 64821 w 64821"/>
              <a:gd name="connsiteY10-82" fmla="*/ 36832 h 36832"/>
              <a:gd name="connsiteX11-83" fmla="*/ 64647 w 64821"/>
              <a:gd name="connsiteY11-84" fmla="*/ 2422 h 36832"/>
              <a:gd name="connsiteX12-85" fmla="*/ 42756 w 64821"/>
              <a:gd name="connsiteY12-86" fmla="*/ 1254 h 36832"/>
              <a:gd name="connsiteX13-87" fmla="*/ 12692 w 64821"/>
              <a:gd name="connsiteY13-88" fmla="*/ 249 h 36832"/>
              <a:gd name="connsiteX14-89" fmla="*/ 5281 w 64821"/>
              <a:gd name="connsiteY14-90" fmla="*/ 0 h 36832"/>
              <a:gd name="connsiteX0-91" fmla="*/ 5281 w 64821"/>
              <a:gd name="connsiteY0-92" fmla="*/ 371 h 37203"/>
              <a:gd name="connsiteX1-93" fmla="*/ 15 w 64821"/>
              <a:gd name="connsiteY1-94" fmla="*/ 1245 h 37203"/>
              <a:gd name="connsiteX2-95" fmla="*/ 5037 w 64821"/>
              <a:gd name="connsiteY2-96" fmla="*/ 2964 h 37203"/>
              <a:gd name="connsiteX3-97" fmla="*/ 10103 w 64821"/>
              <a:gd name="connsiteY3-98" fmla="*/ 6825 h 37203"/>
              <a:gd name="connsiteX4-99" fmla="*/ 24767 w 64821"/>
              <a:gd name="connsiteY4-100" fmla="*/ 22716 h 37203"/>
              <a:gd name="connsiteX5-101" fmla="*/ 25984 w 64821"/>
              <a:gd name="connsiteY5-102" fmla="*/ 22808 h 37203"/>
              <a:gd name="connsiteX6-103" fmla="*/ 38649 w 64821"/>
              <a:gd name="connsiteY6-104" fmla="*/ 15685 h 37203"/>
              <a:gd name="connsiteX7-105" fmla="*/ 41913 w 64821"/>
              <a:gd name="connsiteY7-106" fmla="*/ 14733 h 37203"/>
              <a:gd name="connsiteX8-107" fmla="*/ 45010 w 64821"/>
              <a:gd name="connsiteY8-108" fmla="*/ 15574 h 37203"/>
              <a:gd name="connsiteX9-109" fmla="*/ 50412 w 64821"/>
              <a:gd name="connsiteY9-110" fmla="*/ 27381 h 37203"/>
              <a:gd name="connsiteX10-111" fmla="*/ 64821 w 64821"/>
              <a:gd name="connsiteY10-112" fmla="*/ 37203 h 37203"/>
              <a:gd name="connsiteX11-113" fmla="*/ 64780 w 64821"/>
              <a:gd name="connsiteY11-114" fmla="*/ 322 h 37203"/>
              <a:gd name="connsiteX12-115" fmla="*/ 42756 w 64821"/>
              <a:gd name="connsiteY12-116" fmla="*/ 1625 h 37203"/>
              <a:gd name="connsiteX13-117" fmla="*/ 12692 w 64821"/>
              <a:gd name="connsiteY13-118" fmla="*/ 620 h 37203"/>
              <a:gd name="connsiteX14-119" fmla="*/ 5281 w 64821"/>
              <a:gd name="connsiteY14-120" fmla="*/ 371 h 37203"/>
              <a:gd name="connsiteX0-121" fmla="*/ 5281 w 64821"/>
              <a:gd name="connsiteY0-122" fmla="*/ 588 h 37420"/>
              <a:gd name="connsiteX1-123" fmla="*/ 15 w 64821"/>
              <a:gd name="connsiteY1-124" fmla="*/ 1462 h 37420"/>
              <a:gd name="connsiteX2-125" fmla="*/ 5037 w 64821"/>
              <a:gd name="connsiteY2-126" fmla="*/ 3181 h 37420"/>
              <a:gd name="connsiteX3-127" fmla="*/ 10103 w 64821"/>
              <a:gd name="connsiteY3-128" fmla="*/ 7042 h 37420"/>
              <a:gd name="connsiteX4-129" fmla="*/ 24767 w 64821"/>
              <a:gd name="connsiteY4-130" fmla="*/ 22933 h 37420"/>
              <a:gd name="connsiteX5-131" fmla="*/ 25984 w 64821"/>
              <a:gd name="connsiteY5-132" fmla="*/ 23025 h 37420"/>
              <a:gd name="connsiteX6-133" fmla="*/ 38649 w 64821"/>
              <a:gd name="connsiteY6-134" fmla="*/ 15902 h 37420"/>
              <a:gd name="connsiteX7-135" fmla="*/ 41913 w 64821"/>
              <a:gd name="connsiteY7-136" fmla="*/ 14950 h 37420"/>
              <a:gd name="connsiteX8-137" fmla="*/ 45010 w 64821"/>
              <a:gd name="connsiteY8-138" fmla="*/ 15791 h 37420"/>
              <a:gd name="connsiteX9-139" fmla="*/ 50412 w 64821"/>
              <a:gd name="connsiteY9-140" fmla="*/ 27598 h 37420"/>
              <a:gd name="connsiteX10-141" fmla="*/ 64821 w 64821"/>
              <a:gd name="connsiteY10-142" fmla="*/ 37420 h 37420"/>
              <a:gd name="connsiteX11-143" fmla="*/ 64780 w 64821"/>
              <a:gd name="connsiteY11-144" fmla="*/ 539 h 37420"/>
              <a:gd name="connsiteX12-145" fmla="*/ 41692 w 64821"/>
              <a:gd name="connsiteY12-146" fmla="*/ 388 h 37420"/>
              <a:gd name="connsiteX13-147" fmla="*/ 12692 w 64821"/>
              <a:gd name="connsiteY13-148" fmla="*/ 837 h 37420"/>
              <a:gd name="connsiteX14-149" fmla="*/ 5281 w 64821"/>
              <a:gd name="connsiteY14-150" fmla="*/ 588 h 37420"/>
              <a:gd name="connsiteX0-151" fmla="*/ 5281 w 64821"/>
              <a:gd name="connsiteY0-152" fmla="*/ 588 h 37420"/>
              <a:gd name="connsiteX1-153" fmla="*/ 15 w 64821"/>
              <a:gd name="connsiteY1-154" fmla="*/ 1462 h 37420"/>
              <a:gd name="connsiteX2-155" fmla="*/ 5037 w 64821"/>
              <a:gd name="connsiteY2-156" fmla="*/ 3181 h 37420"/>
              <a:gd name="connsiteX3-157" fmla="*/ 10103 w 64821"/>
              <a:gd name="connsiteY3-158" fmla="*/ 7042 h 37420"/>
              <a:gd name="connsiteX4-159" fmla="*/ 24767 w 64821"/>
              <a:gd name="connsiteY4-160" fmla="*/ 22933 h 37420"/>
              <a:gd name="connsiteX5-161" fmla="*/ 25984 w 64821"/>
              <a:gd name="connsiteY5-162" fmla="*/ 23025 h 37420"/>
              <a:gd name="connsiteX6-163" fmla="*/ 38649 w 64821"/>
              <a:gd name="connsiteY6-164" fmla="*/ 15902 h 37420"/>
              <a:gd name="connsiteX7-165" fmla="*/ 41913 w 64821"/>
              <a:gd name="connsiteY7-166" fmla="*/ 14950 h 37420"/>
              <a:gd name="connsiteX8-167" fmla="*/ 45010 w 64821"/>
              <a:gd name="connsiteY8-168" fmla="*/ 15791 h 37420"/>
              <a:gd name="connsiteX9-169" fmla="*/ 50412 w 64821"/>
              <a:gd name="connsiteY9-170" fmla="*/ 27598 h 37420"/>
              <a:gd name="connsiteX10-171" fmla="*/ 64821 w 64821"/>
              <a:gd name="connsiteY10-172" fmla="*/ 37420 h 37420"/>
              <a:gd name="connsiteX11-173" fmla="*/ 64780 w 64821"/>
              <a:gd name="connsiteY11-174" fmla="*/ 539 h 37420"/>
              <a:gd name="connsiteX12-175" fmla="*/ 41692 w 64821"/>
              <a:gd name="connsiteY12-176" fmla="*/ 388 h 37420"/>
              <a:gd name="connsiteX13-177" fmla="*/ 12692 w 64821"/>
              <a:gd name="connsiteY13-178" fmla="*/ 837 h 37420"/>
              <a:gd name="connsiteX14-179" fmla="*/ 5281 w 64821"/>
              <a:gd name="connsiteY14-180" fmla="*/ 588 h 37420"/>
              <a:gd name="connsiteX0-181" fmla="*/ 5281 w 64821"/>
              <a:gd name="connsiteY0-182" fmla="*/ 525 h 37357"/>
              <a:gd name="connsiteX1-183" fmla="*/ 15 w 64821"/>
              <a:gd name="connsiteY1-184" fmla="*/ 1399 h 37357"/>
              <a:gd name="connsiteX2-185" fmla="*/ 5037 w 64821"/>
              <a:gd name="connsiteY2-186" fmla="*/ 3118 h 37357"/>
              <a:gd name="connsiteX3-187" fmla="*/ 10103 w 64821"/>
              <a:gd name="connsiteY3-188" fmla="*/ 6979 h 37357"/>
              <a:gd name="connsiteX4-189" fmla="*/ 24767 w 64821"/>
              <a:gd name="connsiteY4-190" fmla="*/ 22870 h 37357"/>
              <a:gd name="connsiteX5-191" fmla="*/ 25984 w 64821"/>
              <a:gd name="connsiteY5-192" fmla="*/ 22962 h 37357"/>
              <a:gd name="connsiteX6-193" fmla="*/ 38649 w 64821"/>
              <a:gd name="connsiteY6-194" fmla="*/ 15839 h 37357"/>
              <a:gd name="connsiteX7-195" fmla="*/ 41913 w 64821"/>
              <a:gd name="connsiteY7-196" fmla="*/ 14887 h 37357"/>
              <a:gd name="connsiteX8-197" fmla="*/ 45010 w 64821"/>
              <a:gd name="connsiteY8-198" fmla="*/ 15728 h 37357"/>
              <a:gd name="connsiteX9-199" fmla="*/ 50412 w 64821"/>
              <a:gd name="connsiteY9-200" fmla="*/ 27535 h 37357"/>
              <a:gd name="connsiteX10-201" fmla="*/ 64821 w 64821"/>
              <a:gd name="connsiteY10-202" fmla="*/ 37357 h 37357"/>
              <a:gd name="connsiteX11-203" fmla="*/ 64780 w 64821"/>
              <a:gd name="connsiteY11-204" fmla="*/ 476 h 37357"/>
              <a:gd name="connsiteX12-205" fmla="*/ 41692 w 64821"/>
              <a:gd name="connsiteY12-206" fmla="*/ 325 h 37357"/>
              <a:gd name="connsiteX13-207" fmla="*/ 12692 w 64821"/>
              <a:gd name="connsiteY13-208" fmla="*/ 774 h 37357"/>
              <a:gd name="connsiteX14-209" fmla="*/ 5281 w 64821"/>
              <a:gd name="connsiteY14-210" fmla="*/ 525 h 37357"/>
              <a:gd name="connsiteX0-211" fmla="*/ 5281 w 64821"/>
              <a:gd name="connsiteY0-212" fmla="*/ 200 h 37032"/>
              <a:gd name="connsiteX1-213" fmla="*/ 15 w 64821"/>
              <a:gd name="connsiteY1-214" fmla="*/ 1074 h 37032"/>
              <a:gd name="connsiteX2-215" fmla="*/ 5037 w 64821"/>
              <a:gd name="connsiteY2-216" fmla="*/ 2793 h 37032"/>
              <a:gd name="connsiteX3-217" fmla="*/ 10103 w 64821"/>
              <a:gd name="connsiteY3-218" fmla="*/ 6654 h 37032"/>
              <a:gd name="connsiteX4-219" fmla="*/ 24767 w 64821"/>
              <a:gd name="connsiteY4-220" fmla="*/ 22545 h 37032"/>
              <a:gd name="connsiteX5-221" fmla="*/ 25984 w 64821"/>
              <a:gd name="connsiteY5-222" fmla="*/ 22637 h 37032"/>
              <a:gd name="connsiteX6-223" fmla="*/ 38649 w 64821"/>
              <a:gd name="connsiteY6-224" fmla="*/ 15514 h 37032"/>
              <a:gd name="connsiteX7-225" fmla="*/ 41913 w 64821"/>
              <a:gd name="connsiteY7-226" fmla="*/ 14562 h 37032"/>
              <a:gd name="connsiteX8-227" fmla="*/ 45010 w 64821"/>
              <a:gd name="connsiteY8-228" fmla="*/ 15403 h 37032"/>
              <a:gd name="connsiteX9-229" fmla="*/ 50412 w 64821"/>
              <a:gd name="connsiteY9-230" fmla="*/ 27210 h 37032"/>
              <a:gd name="connsiteX10-231" fmla="*/ 64821 w 64821"/>
              <a:gd name="connsiteY10-232" fmla="*/ 37032 h 37032"/>
              <a:gd name="connsiteX11-233" fmla="*/ 64780 w 64821"/>
              <a:gd name="connsiteY11-234" fmla="*/ 151 h 37032"/>
              <a:gd name="connsiteX12-235" fmla="*/ 41692 w 64821"/>
              <a:gd name="connsiteY12-236" fmla="*/ 0 h 37032"/>
              <a:gd name="connsiteX13-237" fmla="*/ 12692 w 64821"/>
              <a:gd name="connsiteY13-238" fmla="*/ 449 h 37032"/>
              <a:gd name="connsiteX14-239" fmla="*/ 5281 w 64821"/>
              <a:gd name="connsiteY14-240" fmla="*/ 200 h 37032"/>
              <a:gd name="connsiteX0-241" fmla="*/ 5281 w 64909"/>
              <a:gd name="connsiteY0-242" fmla="*/ 200 h 37032"/>
              <a:gd name="connsiteX1-243" fmla="*/ 15 w 64909"/>
              <a:gd name="connsiteY1-244" fmla="*/ 1074 h 37032"/>
              <a:gd name="connsiteX2-245" fmla="*/ 5037 w 64909"/>
              <a:gd name="connsiteY2-246" fmla="*/ 2793 h 37032"/>
              <a:gd name="connsiteX3-247" fmla="*/ 10103 w 64909"/>
              <a:gd name="connsiteY3-248" fmla="*/ 6654 h 37032"/>
              <a:gd name="connsiteX4-249" fmla="*/ 24767 w 64909"/>
              <a:gd name="connsiteY4-250" fmla="*/ 22545 h 37032"/>
              <a:gd name="connsiteX5-251" fmla="*/ 25984 w 64909"/>
              <a:gd name="connsiteY5-252" fmla="*/ 22637 h 37032"/>
              <a:gd name="connsiteX6-253" fmla="*/ 38649 w 64909"/>
              <a:gd name="connsiteY6-254" fmla="*/ 15514 h 37032"/>
              <a:gd name="connsiteX7-255" fmla="*/ 41913 w 64909"/>
              <a:gd name="connsiteY7-256" fmla="*/ 14562 h 37032"/>
              <a:gd name="connsiteX8-257" fmla="*/ 45010 w 64909"/>
              <a:gd name="connsiteY8-258" fmla="*/ 15403 h 37032"/>
              <a:gd name="connsiteX9-259" fmla="*/ 50412 w 64909"/>
              <a:gd name="connsiteY9-260" fmla="*/ 27210 h 37032"/>
              <a:gd name="connsiteX10-261" fmla="*/ 64821 w 64909"/>
              <a:gd name="connsiteY10-262" fmla="*/ 37032 h 37032"/>
              <a:gd name="connsiteX11-263" fmla="*/ 64780 w 64909"/>
              <a:gd name="connsiteY11-264" fmla="*/ 151 h 37032"/>
              <a:gd name="connsiteX12-265" fmla="*/ 41692 w 64909"/>
              <a:gd name="connsiteY12-266" fmla="*/ 0 h 37032"/>
              <a:gd name="connsiteX13-267" fmla="*/ 12692 w 64909"/>
              <a:gd name="connsiteY13-268" fmla="*/ 449 h 37032"/>
              <a:gd name="connsiteX14-269" fmla="*/ 5281 w 64909"/>
              <a:gd name="connsiteY14-270" fmla="*/ 200 h 37032"/>
              <a:gd name="connsiteX0-271" fmla="*/ 5545 w 65173"/>
              <a:gd name="connsiteY0-272" fmla="*/ 202 h 37034"/>
              <a:gd name="connsiteX1-273" fmla="*/ 13 w 65173"/>
              <a:gd name="connsiteY1-274" fmla="*/ 349 h 37034"/>
              <a:gd name="connsiteX2-275" fmla="*/ 5301 w 65173"/>
              <a:gd name="connsiteY2-276" fmla="*/ 2795 h 37034"/>
              <a:gd name="connsiteX3-277" fmla="*/ 10367 w 65173"/>
              <a:gd name="connsiteY3-278" fmla="*/ 6656 h 37034"/>
              <a:gd name="connsiteX4-279" fmla="*/ 25031 w 65173"/>
              <a:gd name="connsiteY4-280" fmla="*/ 22547 h 37034"/>
              <a:gd name="connsiteX5-281" fmla="*/ 26248 w 65173"/>
              <a:gd name="connsiteY5-282" fmla="*/ 22639 h 37034"/>
              <a:gd name="connsiteX6-283" fmla="*/ 38913 w 65173"/>
              <a:gd name="connsiteY6-284" fmla="*/ 15516 h 37034"/>
              <a:gd name="connsiteX7-285" fmla="*/ 42177 w 65173"/>
              <a:gd name="connsiteY7-286" fmla="*/ 14564 h 37034"/>
              <a:gd name="connsiteX8-287" fmla="*/ 45274 w 65173"/>
              <a:gd name="connsiteY8-288" fmla="*/ 15405 h 37034"/>
              <a:gd name="connsiteX9-289" fmla="*/ 50676 w 65173"/>
              <a:gd name="connsiteY9-290" fmla="*/ 27212 h 37034"/>
              <a:gd name="connsiteX10-291" fmla="*/ 65085 w 65173"/>
              <a:gd name="connsiteY10-292" fmla="*/ 37034 h 37034"/>
              <a:gd name="connsiteX11-293" fmla="*/ 65044 w 65173"/>
              <a:gd name="connsiteY11-294" fmla="*/ 153 h 37034"/>
              <a:gd name="connsiteX12-295" fmla="*/ 41956 w 65173"/>
              <a:gd name="connsiteY12-296" fmla="*/ 2 h 37034"/>
              <a:gd name="connsiteX13-297" fmla="*/ 12956 w 65173"/>
              <a:gd name="connsiteY13-298" fmla="*/ 451 h 37034"/>
              <a:gd name="connsiteX14-299" fmla="*/ 5545 w 65173"/>
              <a:gd name="connsiteY14-300" fmla="*/ 202 h 37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</a:cxnLst>
            <a:rect l="l" t="t" r="r" b="b"/>
            <a:pathLst>
              <a:path w="65173" h="37034" extrusionOk="0">
                <a:moveTo>
                  <a:pt x="5545" y="202"/>
                </a:moveTo>
                <a:cubicBezTo>
                  <a:pt x="2631" y="202"/>
                  <a:pt x="-223" y="-339"/>
                  <a:pt x="13" y="349"/>
                </a:cubicBezTo>
                <a:cubicBezTo>
                  <a:pt x="236" y="974"/>
                  <a:pt x="3575" y="1744"/>
                  <a:pt x="5301" y="2795"/>
                </a:cubicBezTo>
                <a:cubicBezTo>
                  <a:pt x="7027" y="3846"/>
                  <a:pt x="8939" y="5071"/>
                  <a:pt x="10367" y="6656"/>
                </a:cubicBezTo>
                <a:cubicBezTo>
                  <a:pt x="13715" y="10294"/>
                  <a:pt x="16661" y="21252"/>
                  <a:pt x="25031" y="22547"/>
                </a:cubicBezTo>
                <a:cubicBezTo>
                  <a:pt x="25440" y="22609"/>
                  <a:pt x="25846" y="22639"/>
                  <a:pt x="26248" y="22639"/>
                </a:cubicBezTo>
                <a:cubicBezTo>
                  <a:pt x="31891" y="22639"/>
                  <a:pt x="36851" y="16871"/>
                  <a:pt x="38913" y="15516"/>
                </a:cubicBezTo>
                <a:cubicBezTo>
                  <a:pt x="39905" y="14883"/>
                  <a:pt x="41038" y="14564"/>
                  <a:pt x="42177" y="14564"/>
                </a:cubicBezTo>
                <a:cubicBezTo>
                  <a:pt x="43243" y="14564"/>
                  <a:pt x="44314" y="14844"/>
                  <a:pt x="45274" y="15405"/>
                </a:cubicBezTo>
                <a:cubicBezTo>
                  <a:pt x="49069" y="17704"/>
                  <a:pt x="49113" y="23060"/>
                  <a:pt x="50676" y="27212"/>
                </a:cubicBezTo>
                <a:cubicBezTo>
                  <a:pt x="52684" y="32345"/>
                  <a:pt x="59617" y="36343"/>
                  <a:pt x="65085" y="37034"/>
                </a:cubicBezTo>
                <a:cubicBezTo>
                  <a:pt x="64706" y="25853"/>
                  <a:pt x="65461" y="11842"/>
                  <a:pt x="65044" y="153"/>
                </a:cubicBezTo>
                <a:cubicBezTo>
                  <a:pt x="57481" y="503"/>
                  <a:pt x="49210" y="247"/>
                  <a:pt x="41956" y="2"/>
                </a:cubicBezTo>
                <a:lnTo>
                  <a:pt x="12956" y="451"/>
                </a:lnTo>
                <a:cubicBezTo>
                  <a:pt x="12182" y="417"/>
                  <a:pt x="8676" y="202"/>
                  <a:pt x="5545" y="202"/>
                </a:cubicBezTo>
                <a:close/>
              </a:path>
            </a:pathLst>
          </a:custGeom>
          <a:solidFill>
            <a:srgbClr val="FF6B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22;p2">
            <a:extLst>
              <a:ext uri="{FF2B5EF4-FFF2-40B4-BE49-F238E27FC236}">
                <a16:creationId xmlns:a16="http://schemas.microsoft.com/office/drawing/2014/main" id="{1C97E8E8-BB74-84E0-30F9-F0039CF13AB6}"/>
              </a:ext>
            </a:extLst>
          </p:cNvPr>
          <p:cNvSpPr/>
          <p:nvPr/>
        </p:nvSpPr>
        <p:spPr>
          <a:xfrm rot="13954858">
            <a:off x="9961042" y="4983168"/>
            <a:ext cx="291754" cy="291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DFC97F-CFC7-BA73-1225-DC89F1AB6FAA}"/>
              </a:ext>
            </a:extLst>
          </p:cNvPr>
          <p:cNvGrpSpPr/>
          <p:nvPr/>
        </p:nvGrpSpPr>
        <p:grpSpPr>
          <a:xfrm>
            <a:off x="-4571" y="2524875"/>
            <a:ext cx="12193523" cy="1808251"/>
            <a:chOff x="-4571" y="1890066"/>
            <a:chExt cx="12193523" cy="180825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80B487-1269-8495-7FFD-81D211CB37B7}"/>
                </a:ext>
              </a:extLst>
            </p:cNvPr>
            <p:cNvSpPr txBox="1"/>
            <p:nvPr/>
          </p:nvSpPr>
          <p:spPr>
            <a:xfrm>
              <a:off x="-4571" y="1890066"/>
              <a:ext cx="12193523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"/>
                </a:rPr>
                <a:t>Odunde Festival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A26B79C-20B6-0403-D7B2-B699451C0A7A}"/>
                </a:ext>
              </a:extLst>
            </p:cNvPr>
            <p:cNvSpPr/>
            <p:nvPr/>
          </p:nvSpPr>
          <p:spPr>
            <a:xfrm>
              <a:off x="4705350" y="3175046"/>
              <a:ext cx="2773680" cy="5232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A7D43E62-C6C1-494F-9019-C89E874014EA}"/>
              </a:ext>
            </a:extLst>
          </p:cNvPr>
          <p:cNvSpPr/>
          <p:nvPr/>
        </p:nvSpPr>
        <p:spPr>
          <a:xfrm>
            <a:off x="1754246" y="1627562"/>
            <a:ext cx="8257032" cy="1342745"/>
          </a:xfrm>
          <a:prstGeom prst="roundRect">
            <a:avLst/>
          </a:prstGeom>
          <a:solidFill>
            <a:srgbClr val="FF6B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u="sng" dirty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fr-FR" sz="2000" b="1" dirty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CONCEPTION ET DEVELOPPEMENT D’UNE APPLICATION WEB, MOBILE, DESKTOP DE GESTION DE FERME: CAS DE SMARTFARM ERP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6E367F1-2039-3826-96F8-0371B0DD3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95" y="3957665"/>
            <a:ext cx="1757442" cy="157818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18B5920-71F0-0687-14F4-82B5B506C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418" y="161932"/>
            <a:ext cx="1541548" cy="1100505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A4D095EB-DF14-33AC-E270-8F38D6485E49}"/>
              </a:ext>
            </a:extLst>
          </p:cNvPr>
          <p:cNvSpPr txBox="1"/>
          <p:nvPr/>
        </p:nvSpPr>
        <p:spPr>
          <a:xfrm>
            <a:off x="3254634" y="3716676"/>
            <a:ext cx="7056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latin typeface="Monotype Corsiva" panose="03010101010201010101" pitchFamily="66" charset="0"/>
              </a:rPr>
              <a:t>Présenté par </a:t>
            </a:r>
            <a:r>
              <a:rPr lang="fr-FR" b="1" dirty="0">
                <a:latin typeface="Century Gothic" panose="020B0502020202020204" pitchFamily="34" charset="0"/>
              </a:rPr>
              <a:t>: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DDA6CDF0-FAA0-E24C-78EF-DF0B0B75633D}"/>
              </a:ext>
            </a:extLst>
          </p:cNvPr>
          <p:cNvGrpSpPr/>
          <p:nvPr/>
        </p:nvGrpSpPr>
        <p:grpSpPr>
          <a:xfrm>
            <a:off x="2654510" y="4319095"/>
            <a:ext cx="7656908" cy="415726"/>
            <a:chOff x="1850385" y="4576307"/>
            <a:chExt cx="7656908" cy="415726"/>
          </a:xfrm>
        </p:grpSpPr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0693D3EE-96E3-2931-9068-A4108D25387E}"/>
                </a:ext>
              </a:extLst>
            </p:cNvPr>
            <p:cNvSpPr txBox="1"/>
            <p:nvPr/>
          </p:nvSpPr>
          <p:spPr>
            <a:xfrm>
              <a:off x="2450509" y="4576307"/>
              <a:ext cx="70567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latin typeface="Times New Roman" panose="02020603050405020304" pitchFamily="18" charset="0"/>
                  <a:ea typeface="Lato Light" panose="020F0502020204030203" pitchFamily="34" charset="0"/>
                  <a:cs typeface="Times New Roman" panose="02020603050405020304" pitchFamily="18" charset="0"/>
                </a:rPr>
                <a:t>KAMGAING KAMDEM Giovanni Romuald</a:t>
              </a:r>
            </a:p>
          </p:txBody>
        </p:sp>
        <p:sp>
          <p:nvSpPr>
            <p:cNvPr id="26" name="Triangle isocèle 25">
              <a:extLst>
                <a:ext uri="{FF2B5EF4-FFF2-40B4-BE49-F238E27FC236}">
                  <a16:creationId xmlns:a16="http://schemas.microsoft.com/office/drawing/2014/main" id="{1C6272ED-3EEC-C4A1-BA26-A2E62B048A28}"/>
                </a:ext>
              </a:extLst>
            </p:cNvPr>
            <p:cNvSpPr/>
            <p:nvPr/>
          </p:nvSpPr>
          <p:spPr>
            <a:xfrm rot="5400000">
              <a:off x="1811886" y="4670857"/>
              <a:ext cx="359675" cy="282677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pic>
        <p:nvPicPr>
          <p:cNvPr id="27" name="Image 26">
            <a:extLst>
              <a:ext uri="{FF2B5EF4-FFF2-40B4-BE49-F238E27FC236}">
                <a16:creationId xmlns:a16="http://schemas.microsoft.com/office/drawing/2014/main" id="{7BAAB4F9-7345-3716-2CE6-0C5C5DC0CC1B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74" y="238963"/>
            <a:ext cx="1240971" cy="10156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676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/>
      <p:bldP spid="11" grpId="0" animBg="1"/>
      <p:bldP spid="14" grpId="0" animBg="1"/>
      <p:bldP spid="4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9058-2F50-FDE7-B860-2C719DA18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8D1149C-EE87-9688-B612-B2945D80C74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B5FF9F-EB91-2291-6FDD-2A439D05DF12}"/>
              </a:ext>
            </a:extLst>
          </p:cNvPr>
          <p:cNvGrpSpPr/>
          <p:nvPr/>
        </p:nvGrpSpPr>
        <p:grpSpPr>
          <a:xfrm>
            <a:off x="0" y="5760830"/>
            <a:ext cx="2050570" cy="1116220"/>
            <a:chOff x="0" y="5760830"/>
            <a:chExt cx="2050570" cy="1116220"/>
          </a:xfrm>
          <a:solidFill>
            <a:srgbClr val="FF6B06"/>
          </a:solidFill>
        </p:grpSpPr>
        <p:sp>
          <p:nvSpPr>
            <p:cNvPr id="7" name="Google Shape;12;p2">
              <a:extLst>
                <a:ext uri="{FF2B5EF4-FFF2-40B4-BE49-F238E27FC236}">
                  <a16:creationId xmlns:a16="http://schemas.microsoft.com/office/drawing/2014/main" id="{8C13D0D5-7F7B-87C0-0897-672DE8E8CE85}"/>
                </a:ext>
              </a:extLst>
            </p:cNvPr>
            <p:cNvSpPr/>
            <p:nvPr/>
          </p:nvSpPr>
          <p:spPr>
            <a:xfrm rot="10800000">
              <a:off x="0" y="5811458"/>
              <a:ext cx="2050570" cy="1065592"/>
            </a:xfrm>
            <a:custGeom>
              <a:avLst/>
              <a:gdLst>
                <a:gd name="connsiteX0" fmla="*/ 5281 w 64821"/>
                <a:gd name="connsiteY0" fmla="*/ 0 h 36832"/>
                <a:gd name="connsiteX1" fmla="*/ 15 w 64821"/>
                <a:gd name="connsiteY1" fmla="*/ 874 h 36832"/>
                <a:gd name="connsiteX2" fmla="*/ 5037 w 64821"/>
                <a:gd name="connsiteY2" fmla="*/ 2593 h 36832"/>
                <a:gd name="connsiteX3" fmla="*/ 10103 w 64821"/>
                <a:gd name="connsiteY3" fmla="*/ 6454 h 36832"/>
                <a:gd name="connsiteX4" fmla="*/ 24767 w 64821"/>
                <a:gd name="connsiteY4" fmla="*/ 22345 h 36832"/>
                <a:gd name="connsiteX5" fmla="*/ 25984 w 64821"/>
                <a:gd name="connsiteY5" fmla="*/ 22437 h 36832"/>
                <a:gd name="connsiteX6" fmla="*/ 38649 w 64821"/>
                <a:gd name="connsiteY6" fmla="*/ 15314 h 36832"/>
                <a:gd name="connsiteX7" fmla="*/ 41913 w 64821"/>
                <a:gd name="connsiteY7" fmla="*/ 14362 h 36832"/>
                <a:gd name="connsiteX8" fmla="*/ 45010 w 64821"/>
                <a:gd name="connsiteY8" fmla="*/ 15203 h 36832"/>
                <a:gd name="connsiteX9" fmla="*/ 50412 w 64821"/>
                <a:gd name="connsiteY9" fmla="*/ 27010 h 36832"/>
                <a:gd name="connsiteX10" fmla="*/ 64821 w 64821"/>
                <a:gd name="connsiteY10" fmla="*/ 36832 h 36832"/>
                <a:gd name="connsiteX11" fmla="*/ 64472 w 64821"/>
                <a:gd name="connsiteY11" fmla="*/ 2994 h 36832"/>
                <a:gd name="connsiteX12" fmla="*/ 42756 w 64821"/>
                <a:gd name="connsiteY12" fmla="*/ 1254 h 36832"/>
                <a:gd name="connsiteX13" fmla="*/ 12692 w 64821"/>
                <a:gd name="connsiteY13" fmla="*/ 249 h 36832"/>
                <a:gd name="connsiteX14" fmla="*/ 5281 w 64821"/>
                <a:gd name="connsiteY14" fmla="*/ 0 h 36832"/>
                <a:gd name="connsiteX0-1" fmla="*/ 5281 w 64821"/>
                <a:gd name="connsiteY0-2" fmla="*/ 0 h 36832"/>
                <a:gd name="connsiteX1-3" fmla="*/ 15 w 64821"/>
                <a:gd name="connsiteY1-4" fmla="*/ 874 h 36832"/>
                <a:gd name="connsiteX2-5" fmla="*/ 5037 w 64821"/>
                <a:gd name="connsiteY2-6" fmla="*/ 2593 h 36832"/>
                <a:gd name="connsiteX3-7" fmla="*/ 10103 w 64821"/>
                <a:gd name="connsiteY3-8" fmla="*/ 6454 h 36832"/>
                <a:gd name="connsiteX4-9" fmla="*/ 24767 w 64821"/>
                <a:gd name="connsiteY4-10" fmla="*/ 22345 h 36832"/>
                <a:gd name="connsiteX5-11" fmla="*/ 25984 w 64821"/>
                <a:gd name="connsiteY5-12" fmla="*/ 22437 h 36832"/>
                <a:gd name="connsiteX6-13" fmla="*/ 38649 w 64821"/>
                <a:gd name="connsiteY6-14" fmla="*/ 15314 h 36832"/>
                <a:gd name="connsiteX7-15" fmla="*/ 41913 w 64821"/>
                <a:gd name="connsiteY7-16" fmla="*/ 14362 h 36832"/>
                <a:gd name="connsiteX8-17" fmla="*/ 45010 w 64821"/>
                <a:gd name="connsiteY8-18" fmla="*/ 15203 h 36832"/>
                <a:gd name="connsiteX9-19" fmla="*/ 50412 w 64821"/>
                <a:gd name="connsiteY9-20" fmla="*/ 27010 h 36832"/>
                <a:gd name="connsiteX10-21" fmla="*/ 64821 w 64821"/>
                <a:gd name="connsiteY10-22" fmla="*/ 36832 h 36832"/>
                <a:gd name="connsiteX11-23" fmla="*/ 64821 w 64821"/>
                <a:gd name="connsiteY11-24" fmla="*/ 2231 h 36832"/>
                <a:gd name="connsiteX12-25" fmla="*/ 42756 w 64821"/>
                <a:gd name="connsiteY12-26" fmla="*/ 1254 h 36832"/>
                <a:gd name="connsiteX13-27" fmla="*/ 12692 w 64821"/>
                <a:gd name="connsiteY13-28" fmla="*/ 249 h 36832"/>
                <a:gd name="connsiteX14-29" fmla="*/ 5281 w 64821"/>
                <a:gd name="connsiteY14-30" fmla="*/ 0 h 36832"/>
                <a:gd name="connsiteX0-31" fmla="*/ 5281 w 64821"/>
                <a:gd name="connsiteY0-32" fmla="*/ 0 h 36832"/>
                <a:gd name="connsiteX1-33" fmla="*/ 15 w 64821"/>
                <a:gd name="connsiteY1-34" fmla="*/ 874 h 36832"/>
                <a:gd name="connsiteX2-35" fmla="*/ 5037 w 64821"/>
                <a:gd name="connsiteY2-36" fmla="*/ 2593 h 36832"/>
                <a:gd name="connsiteX3-37" fmla="*/ 10103 w 64821"/>
                <a:gd name="connsiteY3-38" fmla="*/ 6454 h 36832"/>
                <a:gd name="connsiteX4-39" fmla="*/ 24767 w 64821"/>
                <a:gd name="connsiteY4-40" fmla="*/ 22345 h 36832"/>
                <a:gd name="connsiteX5-41" fmla="*/ 25984 w 64821"/>
                <a:gd name="connsiteY5-42" fmla="*/ 22437 h 36832"/>
                <a:gd name="connsiteX6-43" fmla="*/ 38649 w 64821"/>
                <a:gd name="connsiteY6-44" fmla="*/ 15314 h 36832"/>
                <a:gd name="connsiteX7-45" fmla="*/ 41913 w 64821"/>
                <a:gd name="connsiteY7-46" fmla="*/ 14362 h 36832"/>
                <a:gd name="connsiteX8-47" fmla="*/ 45010 w 64821"/>
                <a:gd name="connsiteY8-48" fmla="*/ 15203 h 36832"/>
                <a:gd name="connsiteX9-49" fmla="*/ 50412 w 64821"/>
                <a:gd name="connsiteY9-50" fmla="*/ 27010 h 36832"/>
                <a:gd name="connsiteX10-51" fmla="*/ 64821 w 64821"/>
                <a:gd name="connsiteY10-52" fmla="*/ 36832 h 36832"/>
                <a:gd name="connsiteX11-53" fmla="*/ 64821 w 64821"/>
                <a:gd name="connsiteY11-54" fmla="*/ 2231 h 36832"/>
                <a:gd name="connsiteX12-55" fmla="*/ 42756 w 64821"/>
                <a:gd name="connsiteY12-56" fmla="*/ 1254 h 36832"/>
                <a:gd name="connsiteX13-57" fmla="*/ 12692 w 64821"/>
                <a:gd name="connsiteY13-58" fmla="*/ 249 h 36832"/>
                <a:gd name="connsiteX14-59" fmla="*/ 5281 w 64821"/>
                <a:gd name="connsiteY14-60" fmla="*/ 0 h 36832"/>
                <a:gd name="connsiteX0-61" fmla="*/ 5281 w 64821"/>
                <a:gd name="connsiteY0-62" fmla="*/ 0 h 36832"/>
                <a:gd name="connsiteX1-63" fmla="*/ 15 w 64821"/>
                <a:gd name="connsiteY1-64" fmla="*/ 874 h 36832"/>
                <a:gd name="connsiteX2-65" fmla="*/ 5037 w 64821"/>
                <a:gd name="connsiteY2-66" fmla="*/ 2593 h 36832"/>
                <a:gd name="connsiteX3-67" fmla="*/ 10103 w 64821"/>
                <a:gd name="connsiteY3-68" fmla="*/ 6454 h 36832"/>
                <a:gd name="connsiteX4-69" fmla="*/ 24767 w 64821"/>
                <a:gd name="connsiteY4-70" fmla="*/ 22345 h 36832"/>
                <a:gd name="connsiteX5-71" fmla="*/ 25984 w 64821"/>
                <a:gd name="connsiteY5-72" fmla="*/ 22437 h 36832"/>
                <a:gd name="connsiteX6-73" fmla="*/ 38649 w 64821"/>
                <a:gd name="connsiteY6-74" fmla="*/ 15314 h 36832"/>
                <a:gd name="connsiteX7-75" fmla="*/ 41913 w 64821"/>
                <a:gd name="connsiteY7-76" fmla="*/ 14362 h 36832"/>
                <a:gd name="connsiteX8-77" fmla="*/ 45010 w 64821"/>
                <a:gd name="connsiteY8-78" fmla="*/ 15203 h 36832"/>
                <a:gd name="connsiteX9-79" fmla="*/ 50412 w 64821"/>
                <a:gd name="connsiteY9-80" fmla="*/ 27010 h 36832"/>
                <a:gd name="connsiteX10-81" fmla="*/ 64821 w 64821"/>
                <a:gd name="connsiteY10-82" fmla="*/ 36832 h 36832"/>
                <a:gd name="connsiteX11-83" fmla="*/ 64647 w 64821"/>
                <a:gd name="connsiteY11-84" fmla="*/ 2422 h 36832"/>
                <a:gd name="connsiteX12-85" fmla="*/ 42756 w 64821"/>
                <a:gd name="connsiteY12-86" fmla="*/ 1254 h 36832"/>
                <a:gd name="connsiteX13-87" fmla="*/ 12692 w 64821"/>
                <a:gd name="connsiteY13-88" fmla="*/ 249 h 36832"/>
                <a:gd name="connsiteX14-89" fmla="*/ 5281 w 64821"/>
                <a:gd name="connsiteY14-90" fmla="*/ 0 h 36832"/>
                <a:gd name="connsiteX0-91" fmla="*/ 5281 w 64821"/>
                <a:gd name="connsiteY0-92" fmla="*/ 371 h 37203"/>
                <a:gd name="connsiteX1-93" fmla="*/ 15 w 64821"/>
                <a:gd name="connsiteY1-94" fmla="*/ 1245 h 37203"/>
                <a:gd name="connsiteX2-95" fmla="*/ 5037 w 64821"/>
                <a:gd name="connsiteY2-96" fmla="*/ 2964 h 37203"/>
                <a:gd name="connsiteX3-97" fmla="*/ 10103 w 64821"/>
                <a:gd name="connsiteY3-98" fmla="*/ 6825 h 37203"/>
                <a:gd name="connsiteX4-99" fmla="*/ 24767 w 64821"/>
                <a:gd name="connsiteY4-100" fmla="*/ 22716 h 37203"/>
                <a:gd name="connsiteX5-101" fmla="*/ 25984 w 64821"/>
                <a:gd name="connsiteY5-102" fmla="*/ 22808 h 37203"/>
                <a:gd name="connsiteX6-103" fmla="*/ 38649 w 64821"/>
                <a:gd name="connsiteY6-104" fmla="*/ 15685 h 37203"/>
                <a:gd name="connsiteX7-105" fmla="*/ 41913 w 64821"/>
                <a:gd name="connsiteY7-106" fmla="*/ 14733 h 37203"/>
                <a:gd name="connsiteX8-107" fmla="*/ 45010 w 64821"/>
                <a:gd name="connsiteY8-108" fmla="*/ 15574 h 37203"/>
                <a:gd name="connsiteX9-109" fmla="*/ 50412 w 64821"/>
                <a:gd name="connsiteY9-110" fmla="*/ 27381 h 37203"/>
                <a:gd name="connsiteX10-111" fmla="*/ 64821 w 64821"/>
                <a:gd name="connsiteY10-112" fmla="*/ 37203 h 37203"/>
                <a:gd name="connsiteX11-113" fmla="*/ 64780 w 64821"/>
                <a:gd name="connsiteY11-114" fmla="*/ 322 h 37203"/>
                <a:gd name="connsiteX12-115" fmla="*/ 42756 w 64821"/>
                <a:gd name="connsiteY12-116" fmla="*/ 1625 h 37203"/>
                <a:gd name="connsiteX13-117" fmla="*/ 12692 w 64821"/>
                <a:gd name="connsiteY13-118" fmla="*/ 620 h 37203"/>
                <a:gd name="connsiteX14-119" fmla="*/ 5281 w 64821"/>
                <a:gd name="connsiteY14-120" fmla="*/ 371 h 37203"/>
                <a:gd name="connsiteX0-121" fmla="*/ 5281 w 64821"/>
                <a:gd name="connsiteY0-122" fmla="*/ 588 h 37420"/>
                <a:gd name="connsiteX1-123" fmla="*/ 15 w 64821"/>
                <a:gd name="connsiteY1-124" fmla="*/ 1462 h 37420"/>
                <a:gd name="connsiteX2-125" fmla="*/ 5037 w 64821"/>
                <a:gd name="connsiteY2-126" fmla="*/ 3181 h 37420"/>
                <a:gd name="connsiteX3-127" fmla="*/ 10103 w 64821"/>
                <a:gd name="connsiteY3-128" fmla="*/ 7042 h 37420"/>
                <a:gd name="connsiteX4-129" fmla="*/ 24767 w 64821"/>
                <a:gd name="connsiteY4-130" fmla="*/ 22933 h 37420"/>
                <a:gd name="connsiteX5-131" fmla="*/ 25984 w 64821"/>
                <a:gd name="connsiteY5-132" fmla="*/ 23025 h 37420"/>
                <a:gd name="connsiteX6-133" fmla="*/ 38649 w 64821"/>
                <a:gd name="connsiteY6-134" fmla="*/ 15902 h 37420"/>
                <a:gd name="connsiteX7-135" fmla="*/ 41913 w 64821"/>
                <a:gd name="connsiteY7-136" fmla="*/ 14950 h 37420"/>
                <a:gd name="connsiteX8-137" fmla="*/ 45010 w 64821"/>
                <a:gd name="connsiteY8-138" fmla="*/ 15791 h 37420"/>
                <a:gd name="connsiteX9-139" fmla="*/ 50412 w 64821"/>
                <a:gd name="connsiteY9-140" fmla="*/ 27598 h 37420"/>
                <a:gd name="connsiteX10-141" fmla="*/ 64821 w 64821"/>
                <a:gd name="connsiteY10-142" fmla="*/ 37420 h 37420"/>
                <a:gd name="connsiteX11-143" fmla="*/ 64780 w 64821"/>
                <a:gd name="connsiteY11-144" fmla="*/ 539 h 37420"/>
                <a:gd name="connsiteX12-145" fmla="*/ 41692 w 64821"/>
                <a:gd name="connsiteY12-146" fmla="*/ 388 h 37420"/>
                <a:gd name="connsiteX13-147" fmla="*/ 12692 w 64821"/>
                <a:gd name="connsiteY13-148" fmla="*/ 837 h 37420"/>
                <a:gd name="connsiteX14-149" fmla="*/ 5281 w 64821"/>
                <a:gd name="connsiteY14-150" fmla="*/ 588 h 37420"/>
                <a:gd name="connsiteX0-151" fmla="*/ 5281 w 64821"/>
                <a:gd name="connsiteY0-152" fmla="*/ 588 h 37420"/>
                <a:gd name="connsiteX1-153" fmla="*/ 15 w 64821"/>
                <a:gd name="connsiteY1-154" fmla="*/ 1462 h 37420"/>
                <a:gd name="connsiteX2-155" fmla="*/ 5037 w 64821"/>
                <a:gd name="connsiteY2-156" fmla="*/ 3181 h 37420"/>
                <a:gd name="connsiteX3-157" fmla="*/ 10103 w 64821"/>
                <a:gd name="connsiteY3-158" fmla="*/ 7042 h 37420"/>
                <a:gd name="connsiteX4-159" fmla="*/ 24767 w 64821"/>
                <a:gd name="connsiteY4-160" fmla="*/ 22933 h 37420"/>
                <a:gd name="connsiteX5-161" fmla="*/ 25984 w 64821"/>
                <a:gd name="connsiteY5-162" fmla="*/ 23025 h 37420"/>
                <a:gd name="connsiteX6-163" fmla="*/ 38649 w 64821"/>
                <a:gd name="connsiteY6-164" fmla="*/ 15902 h 37420"/>
                <a:gd name="connsiteX7-165" fmla="*/ 41913 w 64821"/>
                <a:gd name="connsiteY7-166" fmla="*/ 14950 h 37420"/>
                <a:gd name="connsiteX8-167" fmla="*/ 45010 w 64821"/>
                <a:gd name="connsiteY8-168" fmla="*/ 15791 h 37420"/>
                <a:gd name="connsiteX9-169" fmla="*/ 50412 w 64821"/>
                <a:gd name="connsiteY9-170" fmla="*/ 27598 h 37420"/>
                <a:gd name="connsiteX10-171" fmla="*/ 64821 w 64821"/>
                <a:gd name="connsiteY10-172" fmla="*/ 37420 h 37420"/>
                <a:gd name="connsiteX11-173" fmla="*/ 64780 w 64821"/>
                <a:gd name="connsiteY11-174" fmla="*/ 539 h 37420"/>
                <a:gd name="connsiteX12-175" fmla="*/ 41692 w 64821"/>
                <a:gd name="connsiteY12-176" fmla="*/ 388 h 37420"/>
                <a:gd name="connsiteX13-177" fmla="*/ 12692 w 64821"/>
                <a:gd name="connsiteY13-178" fmla="*/ 837 h 37420"/>
                <a:gd name="connsiteX14-179" fmla="*/ 5281 w 64821"/>
                <a:gd name="connsiteY14-180" fmla="*/ 588 h 37420"/>
                <a:gd name="connsiteX0-181" fmla="*/ 5281 w 64821"/>
                <a:gd name="connsiteY0-182" fmla="*/ 525 h 37357"/>
                <a:gd name="connsiteX1-183" fmla="*/ 15 w 64821"/>
                <a:gd name="connsiteY1-184" fmla="*/ 1399 h 37357"/>
                <a:gd name="connsiteX2-185" fmla="*/ 5037 w 64821"/>
                <a:gd name="connsiteY2-186" fmla="*/ 3118 h 37357"/>
                <a:gd name="connsiteX3-187" fmla="*/ 10103 w 64821"/>
                <a:gd name="connsiteY3-188" fmla="*/ 6979 h 37357"/>
                <a:gd name="connsiteX4-189" fmla="*/ 24767 w 64821"/>
                <a:gd name="connsiteY4-190" fmla="*/ 22870 h 37357"/>
                <a:gd name="connsiteX5-191" fmla="*/ 25984 w 64821"/>
                <a:gd name="connsiteY5-192" fmla="*/ 22962 h 37357"/>
                <a:gd name="connsiteX6-193" fmla="*/ 38649 w 64821"/>
                <a:gd name="connsiteY6-194" fmla="*/ 15839 h 37357"/>
                <a:gd name="connsiteX7-195" fmla="*/ 41913 w 64821"/>
                <a:gd name="connsiteY7-196" fmla="*/ 14887 h 37357"/>
                <a:gd name="connsiteX8-197" fmla="*/ 45010 w 64821"/>
                <a:gd name="connsiteY8-198" fmla="*/ 15728 h 37357"/>
                <a:gd name="connsiteX9-199" fmla="*/ 50412 w 64821"/>
                <a:gd name="connsiteY9-200" fmla="*/ 27535 h 37357"/>
                <a:gd name="connsiteX10-201" fmla="*/ 64821 w 64821"/>
                <a:gd name="connsiteY10-202" fmla="*/ 37357 h 37357"/>
                <a:gd name="connsiteX11-203" fmla="*/ 64780 w 64821"/>
                <a:gd name="connsiteY11-204" fmla="*/ 476 h 37357"/>
                <a:gd name="connsiteX12-205" fmla="*/ 41692 w 64821"/>
                <a:gd name="connsiteY12-206" fmla="*/ 325 h 37357"/>
                <a:gd name="connsiteX13-207" fmla="*/ 12692 w 64821"/>
                <a:gd name="connsiteY13-208" fmla="*/ 774 h 37357"/>
                <a:gd name="connsiteX14-209" fmla="*/ 5281 w 64821"/>
                <a:gd name="connsiteY14-210" fmla="*/ 525 h 37357"/>
                <a:gd name="connsiteX0-211" fmla="*/ 5281 w 64821"/>
                <a:gd name="connsiteY0-212" fmla="*/ 200 h 37032"/>
                <a:gd name="connsiteX1-213" fmla="*/ 15 w 64821"/>
                <a:gd name="connsiteY1-214" fmla="*/ 1074 h 37032"/>
                <a:gd name="connsiteX2-215" fmla="*/ 5037 w 64821"/>
                <a:gd name="connsiteY2-216" fmla="*/ 2793 h 37032"/>
                <a:gd name="connsiteX3-217" fmla="*/ 10103 w 64821"/>
                <a:gd name="connsiteY3-218" fmla="*/ 6654 h 37032"/>
                <a:gd name="connsiteX4-219" fmla="*/ 24767 w 64821"/>
                <a:gd name="connsiteY4-220" fmla="*/ 22545 h 37032"/>
                <a:gd name="connsiteX5-221" fmla="*/ 25984 w 64821"/>
                <a:gd name="connsiteY5-222" fmla="*/ 22637 h 37032"/>
                <a:gd name="connsiteX6-223" fmla="*/ 38649 w 64821"/>
                <a:gd name="connsiteY6-224" fmla="*/ 15514 h 37032"/>
                <a:gd name="connsiteX7-225" fmla="*/ 41913 w 64821"/>
                <a:gd name="connsiteY7-226" fmla="*/ 14562 h 37032"/>
                <a:gd name="connsiteX8-227" fmla="*/ 45010 w 64821"/>
                <a:gd name="connsiteY8-228" fmla="*/ 15403 h 37032"/>
                <a:gd name="connsiteX9-229" fmla="*/ 50412 w 64821"/>
                <a:gd name="connsiteY9-230" fmla="*/ 27210 h 37032"/>
                <a:gd name="connsiteX10-231" fmla="*/ 64821 w 64821"/>
                <a:gd name="connsiteY10-232" fmla="*/ 37032 h 37032"/>
                <a:gd name="connsiteX11-233" fmla="*/ 64780 w 64821"/>
                <a:gd name="connsiteY11-234" fmla="*/ 151 h 37032"/>
                <a:gd name="connsiteX12-235" fmla="*/ 41692 w 64821"/>
                <a:gd name="connsiteY12-236" fmla="*/ 0 h 37032"/>
                <a:gd name="connsiteX13-237" fmla="*/ 12692 w 64821"/>
                <a:gd name="connsiteY13-238" fmla="*/ 449 h 37032"/>
                <a:gd name="connsiteX14-239" fmla="*/ 5281 w 64821"/>
                <a:gd name="connsiteY14-240" fmla="*/ 200 h 37032"/>
                <a:gd name="connsiteX0-241" fmla="*/ 5281 w 64909"/>
                <a:gd name="connsiteY0-242" fmla="*/ 200 h 37032"/>
                <a:gd name="connsiteX1-243" fmla="*/ 15 w 64909"/>
                <a:gd name="connsiteY1-244" fmla="*/ 1074 h 37032"/>
                <a:gd name="connsiteX2-245" fmla="*/ 5037 w 64909"/>
                <a:gd name="connsiteY2-246" fmla="*/ 2793 h 37032"/>
                <a:gd name="connsiteX3-247" fmla="*/ 10103 w 64909"/>
                <a:gd name="connsiteY3-248" fmla="*/ 6654 h 37032"/>
                <a:gd name="connsiteX4-249" fmla="*/ 24767 w 64909"/>
                <a:gd name="connsiteY4-250" fmla="*/ 22545 h 37032"/>
                <a:gd name="connsiteX5-251" fmla="*/ 25984 w 64909"/>
                <a:gd name="connsiteY5-252" fmla="*/ 22637 h 37032"/>
                <a:gd name="connsiteX6-253" fmla="*/ 38649 w 64909"/>
                <a:gd name="connsiteY6-254" fmla="*/ 15514 h 37032"/>
                <a:gd name="connsiteX7-255" fmla="*/ 41913 w 64909"/>
                <a:gd name="connsiteY7-256" fmla="*/ 14562 h 37032"/>
                <a:gd name="connsiteX8-257" fmla="*/ 45010 w 64909"/>
                <a:gd name="connsiteY8-258" fmla="*/ 15403 h 37032"/>
                <a:gd name="connsiteX9-259" fmla="*/ 50412 w 64909"/>
                <a:gd name="connsiteY9-260" fmla="*/ 27210 h 37032"/>
                <a:gd name="connsiteX10-261" fmla="*/ 64821 w 64909"/>
                <a:gd name="connsiteY10-262" fmla="*/ 37032 h 37032"/>
                <a:gd name="connsiteX11-263" fmla="*/ 64780 w 64909"/>
                <a:gd name="connsiteY11-264" fmla="*/ 151 h 37032"/>
                <a:gd name="connsiteX12-265" fmla="*/ 41692 w 64909"/>
                <a:gd name="connsiteY12-266" fmla="*/ 0 h 37032"/>
                <a:gd name="connsiteX13-267" fmla="*/ 12692 w 64909"/>
                <a:gd name="connsiteY13-268" fmla="*/ 449 h 37032"/>
                <a:gd name="connsiteX14-269" fmla="*/ 5281 w 64909"/>
                <a:gd name="connsiteY14-270" fmla="*/ 200 h 37032"/>
                <a:gd name="connsiteX0-271" fmla="*/ 5545 w 65173"/>
                <a:gd name="connsiteY0-272" fmla="*/ 202 h 37034"/>
                <a:gd name="connsiteX1-273" fmla="*/ 13 w 65173"/>
                <a:gd name="connsiteY1-274" fmla="*/ 349 h 37034"/>
                <a:gd name="connsiteX2-275" fmla="*/ 5301 w 65173"/>
                <a:gd name="connsiteY2-276" fmla="*/ 2795 h 37034"/>
                <a:gd name="connsiteX3-277" fmla="*/ 10367 w 65173"/>
                <a:gd name="connsiteY3-278" fmla="*/ 6656 h 37034"/>
                <a:gd name="connsiteX4-279" fmla="*/ 25031 w 65173"/>
                <a:gd name="connsiteY4-280" fmla="*/ 22547 h 37034"/>
                <a:gd name="connsiteX5-281" fmla="*/ 26248 w 65173"/>
                <a:gd name="connsiteY5-282" fmla="*/ 22639 h 37034"/>
                <a:gd name="connsiteX6-283" fmla="*/ 38913 w 65173"/>
                <a:gd name="connsiteY6-284" fmla="*/ 15516 h 37034"/>
                <a:gd name="connsiteX7-285" fmla="*/ 42177 w 65173"/>
                <a:gd name="connsiteY7-286" fmla="*/ 14564 h 37034"/>
                <a:gd name="connsiteX8-287" fmla="*/ 45274 w 65173"/>
                <a:gd name="connsiteY8-288" fmla="*/ 15405 h 37034"/>
                <a:gd name="connsiteX9-289" fmla="*/ 50676 w 65173"/>
                <a:gd name="connsiteY9-290" fmla="*/ 27212 h 37034"/>
                <a:gd name="connsiteX10-291" fmla="*/ 65085 w 65173"/>
                <a:gd name="connsiteY10-292" fmla="*/ 37034 h 37034"/>
                <a:gd name="connsiteX11-293" fmla="*/ 65044 w 65173"/>
                <a:gd name="connsiteY11-294" fmla="*/ 153 h 37034"/>
                <a:gd name="connsiteX12-295" fmla="*/ 41956 w 65173"/>
                <a:gd name="connsiteY12-296" fmla="*/ 2 h 37034"/>
                <a:gd name="connsiteX13-297" fmla="*/ 12956 w 65173"/>
                <a:gd name="connsiteY13-298" fmla="*/ 451 h 37034"/>
                <a:gd name="connsiteX14-299" fmla="*/ 5545 w 65173"/>
                <a:gd name="connsiteY14-300" fmla="*/ 202 h 3703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65173" h="37034" extrusionOk="0">
                  <a:moveTo>
                    <a:pt x="5545" y="202"/>
                  </a:moveTo>
                  <a:cubicBezTo>
                    <a:pt x="2631" y="202"/>
                    <a:pt x="-223" y="-339"/>
                    <a:pt x="13" y="349"/>
                  </a:cubicBezTo>
                  <a:cubicBezTo>
                    <a:pt x="236" y="974"/>
                    <a:pt x="3575" y="1744"/>
                    <a:pt x="5301" y="2795"/>
                  </a:cubicBezTo>
                  <a:cubicBezTo>
                    <a:pt x="7027" y="3846"/>
                    <a:pt x="8939" y="5071"/>
                    <a:pt x="10367" y="6656"/>
                  </a:cubicBezTo>
                  <a:cubicBezTo>
                    <a:pt x="13715" y="10294"/>
                    <a:pt x="16661" y="21252"/>
                    <a:pt x="25031" y="22547"/>
                  </a:cubicBezTo>
                  <a:cubicBezTo>
                    <a:pt x="25440" y="22609"/>
                    <a:pt x="25846" y="22639"/>
                    <a:pt x="26248" y="22639"/>
                  </a:cubicBezTo>
                  <a:cubicBezTo>
                    <a:pt x="31891" y="22639"/>
                    <a:pt x="36851" y="16871"/>
                    <a:pt x="38913" y="15516"/>
                  </a:cubicBezTo>
                  <a:cubicBezTo>
                    <a:pt x="39905" y="14883"/>
                    <a:pt x="41038" y="14564"/>
                    <a:pt x="42177" y="14564"/>
                  </a:cubicBezTo>
                  <a:cubicBezTo>
                    <a:pt x="43243" y="14564"/>
                    <a:pt x="44314" y="14844"/>
                    <a:pt x="45274" y="15405"/>
                  </a:cubicBezTo>
                  <a:cubicBezTo>
                    <a:pt x="49069" y="17704"/>
                    <a:pt x="49113" y="23060"/>
                    <a:pt x="50676" y="27212"/>
                  </a:cubicBezTo>
                  <a:cubicBezTo>
                    <a:pt x="52684" y="32345"/>
                    <a:pt x="59617" y="36343"/>
                    <a:pt x="65085" y="37034"/>
                  </a:cubicBezTo>
                  <a:cubicBezTo>
                    <a:pt x="64706" y="25853"/>
                    <a:pt x="65461" y="11842"/>
                    <a:pt x="65044" y="153"/>
                  </a:cubicBezTo>
                  <a:cubicBezTo>
                    <a:pt x="57481" y="503"/>
                    <a:pt x="49210" y="247"/>
                    <a:pt x="41956" y="2"/>
                  </a:cubicBezTo>
                  <a:lnTo>
                    <a:pt x="12956" y="451"/>
                  </a:lnTo>
                  <a:cubicBezTo>
                    <a:pt x="12182" y="417"/>
                    <a:pt x="8676" y="202"/>
                    <a:pt x="5545" y="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22;p2">
              <a:extLst>
                <a:ext uri="{FF2B5EF4-FFF2-40B4-BE49-F238E27FC236}">
                  <a16:creationId xmlns:a16="http://schemas.microsoft.com/office/drawing/2014/main" id="{F4B83533-E9F6-C539-4DD8-37EFB0308609}"/>
                </a:ext>
              </a:extLst>
            </p:cNvPr>
            <p:cNvSpPr/>
            <p:nvPr/>
          </p:nvSpPr>
          <p:spPr>
            <a:xfrm rot="13954858">
              <a:off x="718197" y="5760830"/>
              <a:ext cx="291754" cy="291754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4FBCF524-6885-13F5-206F-1E5F4A63CB02}"/>
              </a:ext>
            </a:extLst>
          </p:cNvPr>
          <p:cNvSpPr/>
          <p:nvPr/>
        </p:nvSpPr>
        <p:spPr>
          <a:xfrm rot="10800000" flipH="1">
            <a:off x="6316632" y="4864375"/>
            <a:ext cx="5982764" cy="3108984"/>
          </a:xfrm>
          <a:custGeom>
            <a:avLst/>
            <a:gdLst>
              <a:gd name="connsiteX0" fmla="*/ 5281 w 64821"/>
              <a:gd name="connsiteY0" fmla="*/ 0 h 36832"/>
              <a:gd name="connsiteX1" fmla="*/ 15 w 64821"/>
              <a:gd name="connsiteY1" fmla="*/ 874 h 36832"/>
              <a:gd name="connsiteX2" fmla="*/ 5037 w 64821"/>
              <a:gd name="connsiteY2" fmla="*/ 2593 h 36832"/>
              <a:gd name="connsiteX3" fmla="*/ 10103 w 64821"/>
              <a:gd name="connsiteY3" fmla="*/ 6454 h 36832"/>
              <a:gd name="connsiteX4" fmla="*/ 24767 w 64821"/>
              <a:gd name="connsiteY4" fmla="*/ 22345 h 36832"/>
              <a:gd name="connsiteX5" fmla="*/ 25984 w 64821"/>
              <a:gd name="connsiteY5" fmla="*/ 22437 h 36832"/>
              <a:gd name="connsiteX6" fmla="*/ 38649 w 64821"/>
              <a:gd name="connsiteY6" fmla="*/ 15314 h 36832"/>
              <a:gd name="connsiteX7" fmla="*/ 41913 w 64821"/>
              <a:gd name="connsiteY7" fmla="*/ 14362 h 36832"/>
              <a:gd name="connsiteX8" fmla="*/ 45010 w 64821"/>
              <a:gd name="connsiteY8" fmla="*/ 15203 h 36832"/>
              <a:gd name="connsiteX9" fmla="*/ 50412 w 64821"/>
              <a:gd name="connsiteY9" fmla="*/ 27010 h 36832"/>
              <a:gd name="connsiteX10" fmla="*/ 64821 w 64821"/>
              <a:gd name="connsiteY10" fmla="*/ 36832 h 36832"/>
              <a:gd name="connsiteX11" fmla="*/ 64472 w 64821"/>
              <a:gd name="connsiteY11" fmla="*/ 2994 h 36832"/>
              <a:gd name="connsiteX12" fmla="*/ 42756 w 64821"/>
              <a:gd name="connsiteY12" fmla="*/ 1254 h 36832"/>
              <a:gd name="connsiteX13" fmla="*/ 12692 w 64821"/>
              <a:gd name="connsiteY13" fmla="*/ 249 h 36832"/>
              <a:gd name="connsiteX14" fmla="*/ 5281 w 64821"/>
              <a:gd name="connsiteY14" fmla="*/ 0 h 36832"/>
              <a:gd name="connsiteX0-1" fmla="*/ 5281 w 64821"/>
              <a:gd name="connsiteY0-2" fmla="*/ 0 h 36832"/>
              <a:gd name="connsiteX1-3" fmla="*/ 15 w 64821"/>
              <a:gd name="connsiteY1-4" fmla="*/ 874 h 36832"/>
              <a:gd name="connsiteX2-5" fmla="*/ 5037 w 64821"/>
              <a:gd name="connsiteY2-6" fmla="*/ 2593 h 36832"/>
              <a:gd name="connsiteX3-7" fmla="*/ 10103 w 64821"/>
              <a:gd name="connsiteY3-8" fmla="*/ 6454 h 36832"/>
              <a:gd name="connsiteX4-9" fmla="*/ 24767 w 64821"/>
              <a:gd name="connsiteY4-10" fmla="*/ 22345 h 36832"/>
              <a:gd name="connsiteX5-11" fmla="*/ 25984 w 64821"/>
              <a:gd name="connsiteY5-12" fmla="*/ 22437 h 36832"/>
              <a:gd name="connsiteX6-13" fmla="*/ 38649 w 64821"/>
              <a:gd name="connsiteY6-14" fmla="*/ 15314 h 36832"/>
              <a:gd name="connsiteX7-15" fmla="*/ 41913 w 64821"/>
              <a:gd name="connsiteY7-16" fmla="*/ 14362 h 36832"/>
              <a:gd name="connsiteX8-17" fmla="*/ 45010 w 64821"/>
              <a:gd name="connsiteY8-18" fmla="*/ 15203 h 36832"/>
              <a:gd name="connsiteX9-19" fmla="*/ 50412 w 64821"/>
              <a:gd name="connsiteY9-20" fmla="*/ 27010 h 36832"/>
              <a:gd name="connsiteX10-21" fmla="*/ 64821 w 64821"/>
              <a:gd name="connsiteY10-22" fmla="*/ 36832 h 36832"/>
              <a:gd name="connsiteX11-23" fmla="*/ 64821 w 64821"/>
              <a:gd name="connsiteY11-24" fmla="*/ 2231 h 36832"/>
              <a:gd name="connsiteX12-25" fmla="*/ 42756 w 64821"/>
              <a:gd name="connsiteY12-26" fmla="*/ 1254 h 36832"/>
              <a:gd name="connsiteX13-27" fmla="*/ 12692 w 64821"/>
              <a:gd name="connsiteY13-28" fmla="*/ 249 h 36832"/>
              <a:gd name="connsiteX14-29" fmla="*/ 5281 w 64821"/>
              <a:gd name="connsiteY14-30" fmla="*/ 0 h 36832"/>
              <a:gd name="connsiteX0-31" fmla="*/ 5281 w 64821"/>
              <a:gd name="connsiteY0-32" fmla="*/ 0 h 36832"/>
              <a:gd name="connsiteX1-33" fmla="*/ 15 w 64821"/>
              <a:gd name="connsiteY1-34" fmla="*/ 874 h 36832"/>
              <a:gd name="connsiteX2-35" fmla="*/ 5037 w 64821"/>
              <a:gd name="connsiteY2-36" fmla="*/ 2593 h 36832"/>
              <a:gd name="connsiteX3-37" fmla="*/ 10103 w 64821"/>
              <a:gd name="connsiteY3-38" fmla="*/ 6454 h 36832"/>
              <a:gd name="connsiteX4-39" fmla="*/ 24767 w 64821"/>
              <a:gd name="connsiteY4-40" fmla="*/ 22345 h 36832"/>
              <a:gd name="connsiteX5-41" fmla="*/ 25984 w 64821"/>
              <a:gd name="connsiteY5-42" fmla="*/ 22437 h 36832"/>
              <a:gd name="connsiteX6-43" fmla="*/ 38649 w 64821"/>
              <a:gd name="connsiteY6-44" fmla="*/ 15314 h 36832"/>
              <a:gd name="connsiteX7-45" fmla="*/ 41913 w 64821"/>
              <a:gd name="connsiteY7-46" fmla="*/ 14362 h 36832"/>
              <a:gd name="connsiteX8-47" fmla="*/ 45010 w 64821"/>
              <a:gd name="connsiteY8-48" fmla="*/ 15203 h 36832"/>
              <a:gd name="connsiteX9-49" fmla="*/ 50412 w 64821"/>
              <a:gd name="connsiteY9-50" fmla="*/ 27010 h 36832"/>
              <a:gd name="connsiteX10-51" fmla="*/ 64821 w 64821"/>
              <a:gd name="connsiteY10-52" fmla="*/ 36832 h 36832"/>
              <a:gd name="connsiteX11-53" fmla="*/ 64821 w 64821"/>
              <a:gd name="connsiteY11-54" fmla="*/ 2231 h 36832"/>
              <a:gd name="connsiteX12-55" fmla="*/ 42756 w 64821"/>
              <a:gd name="connsiteY12-56" fmla="*/ 1254 h 36832"/>
              <a:gd name="connsiteX13-57" fmla="*/ 12692 w 64821"/>
              <a:gd name="connsiteY13-58" fmla="*/ 249 h 36832"/>
              <a:gd name="connsiteX14-59" fmla="*/ 5281 w 64821"/>
              <a:gd name="connsiteY14-60" fmla="*/ 0 h 36832"/>
              <a:gd name="connsiteX0-61" fmla="*/ 5281 w 64821"/>
              <a:gd name="connsiteY0-62" fmla="*/ 0 h 36832"/>
              <a:gd name="connsiteX1-63" fmla="*/ 15 w 64821"/>
              <a:gd name="connsiteY1-64" fmla="*/ 874 h 36832"/>
              <a:gd name="connsiteX2-65" fmla="*/ 5037 w 64821"/>
              <a:gd name="connsiteY2-66" fmla="*/ 2593 h 36832"/>
              <a:gd name="connsiteX3-67" fmla="*/ 10103 w 64821"/>
              <a:gd name="connsiteY3-68" fmla="*/ 6454 h 36832"/>
              <a:gd name="connsiteX4-69" fmla="*/ 24767 w 64821"/>
              <a:gd name="connsiteY4-70" fmla="*/ 22345 h 36832"/>
              <a:gd name="connsiteX5-71" fmla="*/ 25984 w 64821"/>
              <a:gd name="connsiteY5-72" fmla="*/ 22437 h 36832"/>
              <a:gd name="connsiteX6-73" fmla="*/ 38649 w 64821"/>
              <a:gd name="connsiteY6-74" fmla="*/ 15314 h 36832"/>
              <a:gd name="connsiteX7-75" fmla="*/ 41913 w 64821"/>
              <a:gd name="connsiteY7-76" fmla="*/ 14362 h 36832"/>
              <a:gd name="connsiteX8-77" fmla="*/ 45010 w 64821"/>
              <a:gd name="connsiteY8-78" fmla="*/ 15203 h 36832"/>
              <a:gd name="connsiteX9-79" fmla="*/ 50412 w 64821"/>
              <a:gd name="connsiteY9-80" fmla="*/ 27010 h 36832"/>
              <a:gd name="connsiteX10-81" fmla="*/ 64821 w 64821"/>
              <a:gd name="connsiteY10-82" fmla="*/ 36832 h 36832"/>
              <a:gd name="connsiteX11-83" fmla="*/ 64647 w 64821"/>
              <a:gd name="connsiteY11-84" fmla="*/ 2422 h 36832"/>
              <a:gd name="connsiteX12-85" fmla="*/ 42756 w 64821"/>
              <a:gd name="connsiteY12-86" fmla="*/ 1254 h 36832"/>
              <a:gd name="connsiteX13-87" fmla="*/ 12692 w 64821"/>
              <a:gd name="connsiteY13-88" fmla="*/ 249 h 36832"/>
              <a:gd name="connsiteX14-89" fmla="*/ 5281 w 64821"/>
              <a:gd name="connsiteY14-90" fmla="*/ 0 h 36832"/>
              <a:gd name="connsiteX0-91" fmla="*/ 5281 w 64821"/>
              <a:gd name="connsiteY0-92" fmla="*/ 371 h 37203"/>
              <a:gd name="connsiteX1-93" fmla="*/ 15 w 64821"/>
              <a:gd name="connsiteY1-94" fmla="*/ 1245 h 37203"/>
              <a:gd name="connsiteX2-95" fmla="*/ 5037 w 64821"/>
              <a:gd name="connsiteY2-96" fmla="*/ 2964 h 37203"/>
              <a:gd name="connsiteX3-97" fmla="*/ 10103 w 64821"/>
              <a:gd name="connsiteY3-98" fmla="*/ 6825 h 37203"/>
              <a:gd name="connsiteX4-99" fmla="*/ 24767 w 64821"/>
              <a:gd name="connsiteY4-100" fmla="*/ 22716 h 37203"/>
              <a:gd name="connsiteX5-101" fmla="*/ 25984 w 64821"/>
              <a:gd name="connsiteY5-102" fmla="*/ 22808 h 37203"/>
              <a:gd name="connsiteX6-103" fmla="*/ 38649 w 64821"/>
              <a:gd name="connsiteY6-104" fmla="*/ 15685 h 37203"/>
              <a:gd name="connsiteX7-105" fmla="*/ 41913 w 64821"/>
              <a:gd name="connsiteY7-106" fmla="*/ 14733 h 37203"/>
              <a:gd name="connsiteX8-107" fmla="*/ 45010 w 64821"/>
              <a:gd name="connsiteY8-108" fmla="*/ 15574 h 37203"/>
              <a:gd name="connsiteX9-109" fmla="*/ 50412 w 64821"/>
              <a:gd name="connsiteY9-110" fmla="*/ 27381 h 37203"/>
              <a:gd name="connsiteX10-111" fmla="*/ 64821 w 64821"/>
              <a:gd name="connsiteY10-112" fmla="*/ 37203 h 37203"/>
              <a:gd name="connsiteX11-113" fmla="*/ 64780 w 64821"/>
              <a:gd name="connsiteY11-114" fmla="*/ 322 h 37203"/>
              <a:gd name="connsiteX12-115" fmla="*/ 42756 w 64821"/>
              <a:gd name="connsiteY12-116" fmla="*/ 1625 h 37203"/>
              <a:gd name="connsiteX13-117" fmla="*/ 12692 w 64821"/>
              <a:gd name="connsiteY13-118" fmla="*/ 620 h 37203"/>
              <a:gd name="connsiteX14-119" fmla="*/ 5281 w 64821"/>
              <a:gd name="connsiteY14-120" fmla="*/ 371 h 37203"/>
              <a:gd name="connsiteX0-121" fmla="*/ 5281 w 64821"/>
              <a:gd name="connsiteY0-122" fmla="*/ 588 h 37420"/>
              <a:gd name="connsiteX1-123" fmla="*/ 15 w 64821"/>
              <a:gd name="connsiteY1-124" fmla="*/ 1462 h 37420"/>
              <a:gd name="connsiteX2-125" fmla="*/ 5037 w 64821"/>
              <a:gd name="connsiteY2-126" fmla="*/ 3181 h 37420"/>
              <a:gd name="connsiteX3-127" fmla="*/ 10103 w 64821"/>
              <a:gd name="connsiteY3-128" fmla="*/ 7042 h 37420"/>
              <a:gd name="connsiteX4-129" fmla="*/ 24767 w 64821"/>
              <a:gd name="connsiteY4-130" fmla="*/ 22933 h 37420"/>
              <a:gd name="connsiteX5-131" fmla="*/ 25984 w 64821"/>
              <a:gd name="connsiteY5-132" fmla="*/ 23025 h 37420"/>
              <a:gd name="connsiteX6-133" fmla="*/ 38649 w 64821"/>
              <a:gd name="connsiteY6-134" fmla="*/ 15902 h 37420"/>
              <a:gd name="connsiteX7-135" fmla="*/ 41913 w 64821"/>
              <a:gd name="connsiteY7-136" fmla="*/ 14950 h 37420"/>
              <a:gd name="connsiteX8-137" fmla="*/ 45010 w 64821"/>
              <a:gd name="connsiteY8-138" fmla="*/ 15791 h 37420"/>
              <a:gd name="connsiteX9-139" fmla="*/ 50412 w 64821"/>
              <a:gd name="connsiteY9-140" fmla="*/ 27598 h 37420"/>
              <a:gd name="connsiteX10-141" fmla="*/ 64821 w 64821"/>
              <a:gd name="connsiteY10-142" fmla="*/ 37420 h 37420"/>
              <a:gd name="connsiteX11-143" fmla="*/ 64780 w 64821"/>
              <a:gd name="connsiteY11-144" fmla="*/ 539 h 37420"/>
              <a:gd name="connsiteX12-145" fmla="*/ 41692 w 64821"/>
              <a:gd name="connsiteY12-146" fmla="*/ 388 h 37420"/>
              <a:gd name="connsiteX13-147" fmla="*/ 12692 w 64821"/>
              <a:gd name="connsiteY13-148" fmla="*/ 837 h 37420"/>
              <a:gd name="connsiteX14-149" fmla="*/ 5281 w 64821"/>
              <a:gd name="connsiteY14-150" fmla="*/ 588 h 37420"/>
              <a:gd name="connsiteX0-151" fmla="*/ 5281 w 64821"/>
              <a:gd name="connsiteY0-152" fmla="*/ 588 h 37420"/>
              <a:gd name="connsiteX1-153" fmla="*/ 15 w 64821"/>
              <a:gd name="connsiteY1-154" fmla="*/ 1462 h 37420"/>
              <a:gd name="connsiteX2-155" fmla="*/ 5037 w 64821"/>
              <a:gd name="connsiteY2-156" fmla="*/ 3181 h 37420"/>
              <a:gd name="connsiteX3-157" fmla="*/ 10103 w 64821"/>
              <a:gd name="connsiteY3-158" fmla="*/ 7042 h 37420"/>
              <a:gd name="connsiteX4-159" fmla="*/ 24767 w 64821"/>
              <a:gd name="connsiteY4-160" fmla="*/ 22933 h 37420"/>
              <a:gd name="connsiteX5-161" fmla="*/ 25984 w 64821"/>
              <a:gd name="connsiteY5-162" fmla="*/ 23025 h 37420"/>
              <a:gd name="connsiteX6-163" fmla="*/ 38649 w 64821"/>
              <a:gd name="connsiteY6-164" fmla="*/ 15902 h 37420"/>
              <a:gd name="connsiteX7-165" fmla="*/ 41913 w 64821"/>
              <a:gd name="connsiteY7-166" fmla="*/ 14950 h 37420"/>
              <a:gd name="connsiteX8-167" fmla="*/ 45010 w 64821"/>
              <a:gd name="connsiteY8-168" fmla="*/ 15791 h 37420"/>
              <a:gd name="connsiteX9-169" fmla="*/ 50412 w 64821"/>
              <a:gd name="connsiteY9-170" fmla="*/ 27598 h 37420"/>
              <a:gd name="connsiteX10-171" fmla="*/ 64821 w 64821"/>
              <a:gd name="connsiteY10-172" fmla="*/ 37420 h 37420"/>
              <a:gd name="connsiteX11-173" fmla="*/ 64780 w 64821"/>
              <a:gd name="connsiteY11-174" fmla="*/ 539 h 37420"/>
              <a:gd name="connsiteX12-175" fmla="*/ 41692 w 64821"/>
              <a:gd name="connsiteY12-176" fmla="*/ 388 h 37420"/>
              <a:gd name="connsiteX13-177" fmla="*/ 12692 w 64821"/>
              <a:gd name="connsiteY13-178" fmla="*/ 837 h 37420"/>
              <a:gd name="connsiteX14-179" fmla="*/ 5281 w 64821"/>
              <a:gd name="connsiteY14-180" fmla="*/ 588 h 37420"/>
              <a:gd name="connsiteX0-181" fmla="*/ 5281 w 64821"/>
              <a:gd name="connsiteY0-182" fmla="*/ 525 h 37357"/>
              <a:gd name="connsiteX1-183" fmla="*/ 15 w 64821"/>
              <a:gd name="connsiteY1-184" fmla="*/ 1399 h 37357"/>
              <a:gd name="connsiteX2-185" fmla="*/ 5037 w 64821"/>
              <a:gd name="connsiteY2-186" fmla="*/ 3118 h 37357"/>
              <a:gd name="connsiteX3-187" fmla="*/ 10103 w 64821"/>
              <a:gd name="connsiteY3-188" fmla="*/ 6979 h 37357"/>
              <a:gd name="connsiteX4-189" fmla="*/ 24767 w 64821"/>
              <a:gd name="connsiteY4-190" fmla="*/ 22870 h 37357"/>
              <a:gd name="connsiteX5-191" fmla="*/ 25984 w 64821"/>
              <a:gd name="connsiteY5-192" fmla="*/ 22962 h 37357"/>
              <a:gd name="connsiteX6-193" fmla="*/ 38649 w 64821"/>
              <a:gd name="connsiteY6-194" fmla="*/ 15839 h 37357"/>
              <a:gd name="connsiteX7-195" fmla="*/ 41913 w 64821"/>
              <a:gd name="connsiteY7-196" fmla="*/ 14887 h 37357"/>
              <a:gd name="connsiteX8-197" fmla="*/ 45010 w 64821"/>
              <a:gd name="connsiteY8-198" fmla="*/ 15728 h 37357"/>
              <a:gd name="connsiteX9-199" fmla="*/ 50412 w 64821"/>
              <a:gd name="connsiteY9-200" fmla="*/ 27535 h 37357"/>
              <a:gd name="connsiteX10-201" fmla="*/ 64821 w 64821"/>
              <a:gd name="connsiteY10-202" fmla="*/ 37357 h 37357"/>
              <a:gd name="connsiteX11-203" fmla="*/ 64780 w 64821"/>
              <a:gd name="connsiteY11-204" fmla="*/ 476 h 37357"/>
              <a:gd name="connsiteX12-205" fmla="*/ 41692 w 64821"/>
              <a:gd name="connsiteY12-206" fmla="*/ 325 h 37357"/>
              <a:gd name="connsiteX13-207" fmla="*/ 12692 w 64821"/>
              <a:gd name="connsiteY13-208" fmla="*/ 774 h 37357"/>
              <a:gd name="connsiteX14-209" fmla="*/ 5281 w 64821"/>
              <a:gd name="connsiteY14-210" fmla="*/ 525 h 37357"/>
              <a:gd name="connsiteX0-211" fmla="*/ 5281 w 64821"/>
              <a:gd name="connsiteY0-212" fmla="*/ 200 h 37032"/>
              <a:gd name="connsiteX1-213" fmla="*/ 15 w 64821"/>
              <a:gd name="connsiteY1-214" fmla="*/ 1074 h 37032"/>
              <a:gd name="connsiteX2-215" fmla="*/ 5037 w 64821"/>
              <a:gd name="connsiteY2-216" fmla="*/ 2793 h 37032"/>
              <a:gd name="connsiteX3-217" fmla="*/ 10103 w 64821"/>
              <a:gd name="connsiteY3-218" fmla="*/ 6654 h 37032"/>
              <a:gd name="connsiteX4-219" fmla="*/ 24767 w 64821"/>
              <a:gd name="connsiteY4-220" fmla="*/ 22545 h 37032"/>
              <a:gd name="connsiteX5-221" fmla="*/ 25984 w 64821"/>
              <a:gd name="connsiteY5-222" fmla="*/ 22637 h 37032"/>
              <a:gd name="connsiteX6-223" fmla="*/ 38649 w 64821"/>
              <a:gd name="connsiteY6-224" fmla="*/ 15514 h 37032"/>
              <a:gd name="connsiteX7-225" fmla="*/ 41913 w 64821"/>
              <a:gd name="connsiteY7-226" fmla="*/ 14562 h 37032"/>
              <a:gd name="connsiteX8-227" fmla="*/ 45010 w 64821"/>
              <a:gd name="connsiteY8-228" fmla="*/ 15403 h 37032"/>
              <a:gd name="connsiteX9-229" fmla="*/ 50412 w 64821"/>
              <a:gd name="connsiteY9-230" fmla="*/ 27210 h 37032"/>
              <a:gd name="connsiteX10-231" fmla="*/ 64821 w 64821"/>
              <a:gd name="connsiteY10-232" fmla="*/ 37032 h 37032"/>
              <a:gd name="connsiteX11-233" fmla="*/ 64780 w 64821"/>
              <a:gd name="connsiteY11-234" fmla="*/ 151 h 37032"/>
              <a:gd name="connsiteX12-235" fmla="*/ 41692 w 64821"/>
              <a:gd name="connsiteY12-236" fmla="*/ 0 h 37032"/>
              <a:gd name="connsiteX13-237" fmla="*/ 12692 w 64821"/>
              <a:gd name="connsiteY13-238" fmla="*/ 449 h 37032"/>
              <a:gd name="connsiteX14-239" fmla="*/ 5281 w 64821"/>
              <a:gd name="connsiteY14-240" fmla="*/ 200 h 37032"/>
              <a:gd name="connsiteX0-241" fmla="*/ 5281 w 64909"/>
              <a:gd name="connsiteY0-242" fmla="*/ 200 h 37032"/>
              <a:gd name="connsiteX1-243" fmla="*/ 15 w 64909"/>
              <a:gd name="connsiteY1-244" fmla="*/ 1074 h 37032"/>
              <a:gd name="connsiteX2-245" fmla="*/ 5037 w 64909"/>
              <a:gd name="connsiteY2-246" fmla="*/ 2793 h 37032"/>
              <a:gd name="connsiteX3-247" fmla="*/ 10103 w 64909"/>
              <a:gd name="connsiteY3-248" fmla="*/ 6654 h 37032"/>
              <a:gd name="connsiteX4-249" fmla="*/ 24767 w 64909"/>
              <a:gd name="connsiteY4-250" fmla="*/ 22545 h 37032"/>
              <a:gd name="connsiteX5-251" fmla="*/ 25984 w 64909"/>
              <a:gd name="connsiteY5-252" fmla="*/ 22637 h 37032"/>
              <a:gd name="connsiteX6-253" fmla="*/ 38649 w 64909"/>
              <a:gd name="connsiteY6-254" fmla="*/ 15514 h 37032"/>
              <a:gd name="connsiteX7-255" fmla="*/ 41913 w 64909"/>
              <a:gd name="connsiteY7-256" fmla="*/ 14562 h 37032"/>
              <a:gd name="connsiteX8-257" fmla="*/ 45010 w 64909"/>
              <a:gd name="connsiteY8-258" fmla="*/ 15403 h 37032"/>
              <a:gd name="connsiteX9-259" fmla="*/ 50412 w 64909"/>
              <a:gd name="connsiteY9-260" fmla="*/ 27210 h 37032"/>
              <a:gd name="connsiteX10-261" fmla="*/ 64821 w 64909"/>
              <a:gd name="connsiteY10-262" fmla="*/ 37032 h 37032"/>
              <a:gd name="connsiteX11-263" fmla="*/ 64780 w 64909"/>
              <a:gd name="connsiteY11-264" fmla="*/ 151 h 37032"/>
              <a:gd name="connsiteX12-265" fmla="*/ 41692 w 64909"/>
              <a:gd name="connsiteY12-266" fmla="*/ 0 h 37032"/>
              <a:gd name="connsiteX13-267" fmla="*/ 12692 w 64909"/>
              <a:gd name="connsiteY13-268" fmla="*/ 449 h 37032"/>
              <a:gd name="connsiteX14-269" fmla="*/ 5281 w 64909"/>
              <a:gd name="connsiteY14-270" fmla="*/ 200 h 37032"/>
              <a:gd name="connsiteX0-271" fmla="*/ 5545 w 65173"/>
              <a:gd name="connsiteY0-272" fmla="*/ 202 h 37034"/>
              <a:gd name="connsiteX1-273" fmla="*/ 13 w 65173"/>
              <a:gd name="connsiteY1-274" fmla="*/ 349 h 37034"/>
              <a:gd name="connsiteX2-275" fmla="*/ 5301 w 65173"/>
              <a:gd name="connsiteY2-276" fmla="*/ 2795 h 37034"/>
              <a:gd name="connsiteX3-277" fmla="*/ 10367 w 65173"/>
              <a:gd name="connsiteY3-278" fmla="*/ 6656 h 37034"/>
              <a:gd name="connsiteX4-279" fmla="*/ 25031 w 65173"/>
              <a:gd name="connsiteY4-280" fmla="*/ 22547 h 37034"/>
              <a:gd name="connsiteX5-281" fmla="*/ 26248 w 65173"/>
              <a:gd name="connsiteY5-282" fmla="*/ 22639 h 37034"/>
              <a:gd name="connsiteX6-283" fmla="*/ 38913 w 65173"/>
              <a:gd name="connsiteY6-284" fmla="*/ 15516 h 37034"/>
              <a:gd name="connsiteX7-285" fmla="*/ 42177 w 65173"/>
              <a:gd name="connsiteY7-286" fmla="*/ 14564 h 37034"/>
              <a:gd name="connsiteX8-287" fmla="*/ 45274 w 65173"/>
              <a:gd name="connsiteY8-288" fmla="*/ 15405 h 37034"/>
              <a:gd name="connsiteX9-289" fmla="*/ 50676 w 65173"/>
              <a:gd name="connsiteY9-290" fmla="*/ 27212 h 37034"/>
              <a:gd name="connsiteX10-291" fmla="*/ 65085 w 65173"/>
              <a:gd name="connsiteY10-292" fmla="*/ 37034 h 37034"/>
              <a:gd name="connsiteX11-293" fmla="*/ 65044 w 65173"/>
              <a:gd name="connsiteY11-294" fmla="*/ 153 h 37034"/>
              <a:gd name="connsiteX12-295" fmla="*/ 41956 w 65173"/>
              <a:gd name="connsiteY12-296" fmla="*/ 2 h 37034"/>
              <a:gd name="connsiteX13-297" fmla="*/ 12956 w 65173"/>
              <a:gd name="connsiteY13-298" fmla="*/ 451 h 37034"/>
              <a:gd name="connsiteX14-299" fmla="*/ 5545 w 65173"/>
              <a:gd name="connsiteY14-300" fmla="*/ 202 h 37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</a:cxnLst>
            <a:rect l="l" t="t" r="r" b="b"/>
            <a:pathLst>
              <a:path w="65173" h="37034" extrusionOk="0">
                <a:moveTo>
                  <a:pt x="5545" y="202"/>
                </a:moveTo>
                <a:cubicBezTo>
                  <a:pt x="2631" y="202"/>
                  <a:pt x="-223" y="-339"/>
                  <a:pt x="13" y="349"/>
                </a:cubicBezTo>
                <a:cubicBezTo>
                  <a:pt x="236" y="974"/>
                  <a:pt x="3575" y="1744"/>
                  <a:pt x="5301" y="2795"/>
                </a:cubicBezTo>
                <a:cubicBezTo>
                  <a:pt x="7027" y="3846"/>
                  <a:pt x="8939" y="5071"/>
                  <a:pt x="10367" y="6656"/>
                </a:cubicBezTo>
                <a:cubicBezTo>
                  <a:pt x="13715" y="10294"/>
                  <a:pt x="16661" y="21252"/>
                  <a:pt x="25031" y="22547"/>
                </a:cubicBezTo>
                <a:cubicBezTo>
                  <a:pt x="25440" y="22609"/>
                  <a:pt x="25846" y="22639"/>
                  <a:pt x="26248" y="22639"/>
                </a:cubicBezTo>
                <a:cubicBezTo>
                  <a:pt x="31891" y="22639"/>
                  <a:pt x="36851" y="16871"/>
                  <a:pt x="38913" y="15516"/>
                </a:cubicBezTo>
                <a:cubicBezTo>
                  <a:pt x="39905" y="14883"/>
                  <a:pt x="41038" y="14564"/>
                  <a:pt x="42177" y="14564"/>
                </a:cubicBezTo>
                <a:cubicBezTo>
                  <a:pt x="43243" y="14564"/>
                  <a:pt x="44314" y="14844"/>
                  <a:pt x="45274" y="15405"/>
                </a:cubicBezTo>
                <a:cubicBezTo>
                  <a:pt x="49069" y="17704"/>
                  <a:pt x="49113" y="23060"/>
                  <a:pt x="50676" y="27212"/>
                </a:cubicBezTo>
                <a:cubicBezTo>
                  <a:pt x="52684" y="32345"/>
                  <a:pt x="59617" y="36343"/>
                  <a:pt x="65085" y="37034"/>
                </a:cubicBezTo>
                <a:cubicBezTo>
                  <a:pt x="64706" y="25853"/>
                  <a:pt x="65461" y="11842"/>
                  <a:pt x="65044" y="153"/>
                </a:cubicBezTo>
                <a:cubicBezTo>
                  <a:pt x="57481" y="503"/>
                  <a:pt x="49210" y="247"/>
                  <a:pt x="41956" y="2"/>
                </a:cubicBezTo>
                <a:lnTo>
                  <a:pt x="12956" y="451"/>
                </a:lnTo>
                <a:cubicBezTo>
                  <a:pt x="12182" y="417"/>
                  <a:pt x="8676" y="202"/>
                  <a:pt x="5545" y="202"/>
                </a:cubicBezTo>
                <a:close/>
              </a:path>
            </a:pathLst>
          </a:custGeom>
          <a:solidFill>
            <a:srgbClr val="FF6B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22;p2">
            <a:extLst>
              <a:ext uri="{FF2B5EF4-FFF2-40B4-BE49-F238E27FC236}">
                <a16:creationId xmlns:a16="http://schemas.microsoft.com/office/drawing/2014/main" id="{59570610-8B29-744D-677C-D29BE23A45A5}"/>
              </a:ext>
            </a:extLst>
          </p:cNvPr>
          <p:cNvSpPr/>
          <p:nvPr/>
        </p:nvSpPr>
        <p:spPr>
          <a:xfrm rot="13954858">
            <a:off x="9961042" y="5516571"/>
            <a:ext cx="291754" cy="291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E454342-EBC6-C2C1-3AA6-FD4AE26BAAC0}"/>
              </a:ext>
            </a:extLst>
          </p:cNvPr>
          <p:cNvGrpSpPr/>
          <p:nvPr/>
        </p:nvGrpSpPr>
        <p:grpSpPr>
          <a:xfrm>
            <a:off x="5930545" y="2971407"/>
            <a:ext cx="1914335" cy="2443748"/>
            <a:chOff x="4777688" y="2606702"/>
            <a:chExt cx="2536340" cy="3237770"/>
          </a:xfrm>
        </p:grpSpPr>
        <p:grpSp>
          <p:nvGrpSpPr>
            <p:cNvPr id="3" name="Group 82">
              <a:extLst>
                <a:ext uri="{FF2B5EF4-FFF2-40B4-BE49-F238E27FC236}">
                  <a16:creationId xmlns:a16="http://schemas.microsoft.com/office/drawing/2014/main" id="{C251D29D-B69E-FDA9-034E-6EF373F14FE3}"/>
                </a:ext>
              </a:extLst>
            </p:cNvPr>
            <p:cNvGrpSpPr/>
            <p:nvPr/>
          </p:nvGrpSpPr>
          <p:grpSpPr>
            <a:xfrm>
              <a:off x="5596566" y="4631105"/>
              <a:ext cx="906777" cy="906777"/>
              <a:chOff x="5757333" y="2943779"/>
              <a:chExt cx="795498" cy="795498"/>
            </a:xfrm>
          </p:grpSpPr>
          <p:grpSp>
            <p:nvGrpSpPr>
              <p:cNvPr id="17" name="Group 83">
                <a:extLst>
                  <a:ext uri="{FF2B5EF4-FFF2-40B4-BE49-F238E27FC236}">
                    <a16:creationId xmlns:a16="http://schemas.microsoft.com/office/drawing/2014/main" id="{C7D3FB63-2E3F-2640-D3C0-EAFC3741E670}"/>
                  </a:ext>
                </a:extLst>
              </p:cNvPr>
              <p:cNvGrpSpPr/>
              <p:nvPr/>
            </p:nvGrpSpPr>
            <p:grpSpPr>
              <a:xfrm>
                <a:off x="5995780" y="3294766"/>
                <a:ext cx="449164" cy="265293"/>
                <a:chOff x="7175537" y="4438243"/>
                <a:chExt cx="347386" cy="205179"/>
              </a:xfrm>
              <a:solidFill>
                <a:srgbClr val="00B050"/>
              </a:solidFill>
            </p:grpSpPr>
            <p:sp>
              <p:nvSpPr>
                <p:cNvPr id="21" name="Rectangle: Rounded Corners 85">
                  <a:extLst>
                    <a:ext uri="{FF2B5EF4-FFF2-40B4-BE49-F238E27FC236}">
                      <a16:creationId xmlns:a16="http://schemas.microsoft.com/office/drawing/2014/main" id="{63F7993F-E8FA-E029-DF6E-DF2C71398B2A}"/>
                    </a:ext>
                  </a:extLst>
                </p:cNvPr>
                <p:cNvSpPr/>
                <p:nvPr/>
              </p:nvSpPr>
              <p:spPr>
                <a:xfrm rot="2700000">
                  <a:off x="7120649" y="4493131"/>
                  <a:ext cx="205179" cy="9540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: Rounded Corners 86">
                  <a:extLst>
                    <a:ext uri="{FF2B5EF4-FFF2-40B4-BE49-F238E27FC236}">
                      <a16:creationId xmlns:a16="http://schemas.microsoft.com/office/drawing/2014/main" id="{2FA2EF94-3F36-DEC2-3E9B-BE20970B33A3}"/>
                    </a:ext>
                  </a:extLst>
                </p:cNvPr>
                <p:cNvSpPr/>
                <p:nvPr/>
              </p:nvSpPr>
              <p:spPr>
                <a:xfrm rot="8100000">
                  <a:off x="7183296" y="4445599"/>
                  <a:ext cx="339627" cy="9540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" name="Oval 84">
                <a:extLst>
                  <a:ext uri="{FF2B5EF4-FFF2-40B4-BE49-F238E27FC236}">
                    <a16:creationId xmlns:a16="http://schemas.microsoft.com/office/drawing/2014/main" id="{915B07CD-3479-F16A-9142-EBE3889EF2A5}"/>
                  </a:ext>
                </a:extLst>
              </p:cNvPr>
              <p:cNvSpPr/>
              <p:nvPr/>
            </p:nvSpPr>
            <p:spPr>
              <a:xfrm>
                <a:off x="5757333" y="2943779"/>
                <a:ext cx="795498" cy="795498"/>
              </a:xfrm>
              <a:prstGeom prst="ellipse">
                <a:avLst/>
              </a:prstGeom>
              <a:noFill/>
              <a:ln w="889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D9176EBC-8AFA-C2BB-3F66-339C45DB4F71}"/>
                </a:ext>
              </a:extLst>
            </p:cNvPr>
            <p:cNvSpPr/>
            <p:nvPr/>
          </p:nvSpPr>
          <p:spPr>
            <a:xfrm>
              <a:off x="5277875" y="3330624"/>
              <a:ext cx="1727200" cy="381000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9638F98B-B00B-1241-3345-3E3F18961622}"/>
                </a:ext>
              </a:extLst>
            </p:cNvPr>
            <p:cNvSpPr txBox="1"/>
            <p:nvPr/>
          </p:nvSpPr>
          <p:spPr>
            <a:xfrm>
              <a:off x="4777688" y="2606702"/>
              <a:ext cx="25363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METHODOLOGIE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  <p:cxnSp>
          <p:nvCxnSpPr>
            <p:cNvPr id="12" name="Straight Connector 30">
              <a:extLst>
                <a:ext uri="{FF2B5EF4-FFF2-40B4-BE49-F238E27FC236}">
                  <a16:creationId xmlns:a16="http://schemas.microsoft.com/office/drawing/2014/main" id="{6299D3B9-0393-C865-F420-8970AD9A4DD1}"/>
                </a:ext>
              </a:extLst>
            </p:cNvPr>
            <p:cNvCxnSpPr>
              <a:cxnSpLocks/>
              <a:stCxn id="5" idx="2"/>
              <a:endCxn id="16" idx="0"/>
            </p:cNvCxnSpPr>
            <p:nvPr/>
          </p:nvCxnSpPr>
          <p:spPr>
            <a:xfrm>
              <a:off x="6045858" y="3711624"/>
              <a:ext cx="3542" cy="640111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31">
              <a:extLst>
                <a:ext uri="{FF2B5EF4-FFF2-40B4-BE49-F238E27FC236}">
                  <a16:creationId xmlns:a16="http://schemas.microsoft.com/office/drawing/2014/main" id="{7FA6D33F-AC05-7494-1F4A-3CEE8329F0BB}"/>
                </a:ext>
              </a:extLst>
            </p:cNvPr>
            <p:cNvSpPr/>
            <p:nvPr/>
          </p:nvSpPr>
          <p:spPr>
            <a:xfrm>
              <a:off x="5310239" y="4379744"/>
              <a:ext cx="1464730" cy="146472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3C192B21-E6E9-5D67-E44F-5E5C2CF11A02}"/>
              </a:ext>
            </a:extLst>
          </p:cNvPr>
          <p:cNvGrpSpPr/>
          <p:nvPr/>
        </p:nvGrpSpPr>
        <p:grpSpPr>
          <a:xfrm>
            <a:off x="9813958" y="2745763"/>
            <a:ext cx="1909841" cy="2669392"/>
            <a:chOff x="8955045" y="2299423"/>
            <a:chExt cx="2536339" cy="3545049"/>
          </a:xfrm>
        </p:grpSpPr>
        <p:sp>
          <p:nvSpPr>
            <p:cNvPr id="29" name="Arrow: Chevron 6">
              <a:extLst>
                <a:ext uri="{FF2B5EF4-FFF2-40B4-BE49-F238E27FC236}">
                  <a16:creationId xmlns:a16="http://schemas.microsoft.com/office/drawing/2014/main" id="{8A60DE65-C530-ADAE-A0E0-BE33221C0E20}"/>
                </a:ext>
              </a:extLst>
            </p:cNvPr>
            <p:cNvSpPr/>
            <p:nvPr/>
          </p:nvSpPr>
          <p:spPr>
            <a:xfrm>
              <a:off x="9449036" y="3330624"/>
              <a:ext cx="1727200" cy="381000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5C5BE5D-50F3-EB5B-F1E0-075499D462F7}"/>
                </a:ext>
              </a:extLst>
            </p:cNvPr>
            <p:cNvSpPr txBox="1"/>
            <p:nvPr/>
          </p:nvSpPr>
          <p:spPr>
            <a:xfrm>
              <a:off x="8955045" y="2299423"/>
              <a:ext cx="2536339" cy="69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CONCLUSION ET PERSPECTIVES</a:t>
              </a:r>
            </a:p>
          </p:txBody>
        </p:sp>
        <p:cxnSp>
          <p:nvCxnSpPr>
            <p:cNvPr id="31" name="Straight Connector 42">
              <a:extLst>
                <a:ext uri="{FF2B5EF4-FFF2-40B4-BE49-F238E27FC236}">
                  <a16:creationId xmlns:a16="http://schemas.microsoft.com/office/drawing/2014/main" id="{C58FCD43-1D25-134F-3352-DA1FCA7A64A1}"/>
                </a:ext>
              </a:extLst>
            </p:cNvPr>
            <p:cNvCxnSpPr>
              <a:cxnSpLocks/>
              <a:stCxn id="29" idx="2"/>
              <a:endCxn id="33" idx="0"/>
            </p:cNvCxnSpPr>
            <p:nvPr/>
          </p:nvCxnSpPr>
          <p:spPr>
            <a:xfrm>
              <a:off x="10223216" y="3711624"/>
              <a:ext cx="12006" cy="640111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76">
              <a:extLst>
                <a:ext uri="{FF2B5EF4-FFF2-40B4-BE49-F238E27FC236}">
                  <a16:creationId xmlns:a16="http://schemas.microsoft.com/office/drawing/2014/main" id="{04750C62-4F77-1601-696F-A7EC2EB7217F}"/>
                </a:ext>
              </a:extLst>
            </p:cNvPr>
            <p:cNvGrpSpPr/>
            <p:nvPr/>
          </p:nvGrpSpPr>
          <p:grpSpPr>
            <a:xfrm>
              <a:off x="9786994" y="4645325"/>
              <a:ext cx="872443" cy="779839"/>
              <a:chOff x="5418138" y="4568825"/>
              <a:chExt cx="568325" cy="508001"/>
            </a:xfrm>
            <a:solidFill>
              <a:schemeClr val="tx1"/>
            </a:solidFill>
          </p:grpSpPr>
          <p:sp>
            <p:nvSpPr>
              <p:cNvPr id="34" name="Freeform 5">
                <a:extLst>
                  <a:ext uri="{FF2B5EF4-FFF2-40B4-BE49-F238E27FC236}">
                    <a16:creationId xmlns:a16="http://schemas.microsoft.com/office/drawing/2014/main" id="{70F703C5-A99B-2911-B21A-FCD577528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5963" y="4730750"/>
                <a:ext cx="128588" cy="346075"/>
              </a:xfrm>
              <a:custGeom>
                <a:avLst/>
                <a:gdLst>
                  <a:gd name="T0" fmla="*/ 40 w 40"/>
                  <a:gd name="T1" fmla="*/ 0 h 107"/>
                  <a:gd name="T2" fmla="*/ 40 w 40"/>
                  <a:gd name="T3" fmla="*/ 107 h 107"/>
                  <a:gd name="T4" fmla="*/ 0 w 40"/>
                  <a:gd name="T5" fmla="*/ 107 h 107"/>
                  <a:gd name="T6" fmla="*/ 0 w 40"/>
                  <a:gd name="T7" fmla="*/ 103 h 107"/>
                  <a:gd name="T8" fmla="*/ 0 w 40"/>
                  <a:gd name="T9" fmla="*/ 41 h 107"/>
                  <a:gd name="T10" fmla="*/ 3 w 40"/>
                  <a:gd name="T11" fmla="*/ 35 h 107"/>
                  <a:gd name="T12" fmla="*/ 40 w 40"/>
                  <a:gd name="T13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07">
                    <a:moveTo>
                      <a:pt x="40" y="0"/>
                    </a:moveTo>
                    <a:cubicBezTo>
                      <a:pt x="40" y="107"/>
                      <a:pt x="40" y="107"/>
                      <a:pt x="40" y="107"/>
                    </a:cubicBezTo>
                    <a:cubicBezTo>
                      <a:pt x="40" y="107"/>
                      <a:pt x="14" y="107"/>
                      <a:pt x="0" y="107"/>
                    </a:cubicBezTo>
                    <a:cubicBezTo>
                      <a:pt x="0" y="106"/>
                      <a:pt x="0" y="104"/>
                      <a:pt x="0" y="103"/>
                    </a:cubicBezTo>
                    <a:cubicBezTo>
                      <a:pt x="0" y="82"/>
                      <a:pt x="0" y="62"/>
                      <a:pt x="0" y="41"/>
                    </a:cubicBezTo>
                    <a:cubicBezTo>
                      <a:pt x="0" y="39"/>
                      <a:pt x="1" y="36"/>
                      <a:pt x="3" y="35"/>
                    </a:cubicBezTo>
                    <a:cubicBezTo>
                      <a:pt x="14" y="24"/>
                      <a:pt x="40" y="0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6">
                <a:extLst>
                  <a:ext uri="{FF2B5EF4-FFF2-40B4-BE49-F238E27FC236}">
                    <a16:creationId xmlns:a16="http://schemas.microsoft.com/office/drawing/2014/main" id="{C43AD68C-DD98-163F-E591-1B737A077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8138" y="4568825"/>
                <a:ext cx="568325" cy="323850"/>
              </a:xfrm>
              <a:custGeom>
                <a:avLst/>
                <a:gdLst>
                  <a:gd name="T0" fmla="*/ 81 w 176"/>
                  <a:gd name="T1" fmla="*/ 80 h 100"/>
                  <a:gd name="T2" fmla="*/ 143 w 176"/>
                  <a:gd name="T3" fmla="*/ 22 h 100"/>
                  <a:gd name="T4" fmla="*/ 139 w 176"/>
                  <a:gd name="T5" fmla="*/ 17 h 100"/>
                  <a:gd name="T6" fmla="*/ 141 w 176"/>
                  <a:gd name="T7" fmla="*/ 8 h 100"/>
                  <a:gd name="T8" fmla="*/ 168 w 176"/>
                  <a:gd name="T9" fmla="*/ 1 h 100"/>
                  <a:gd name="T10" fmla="*/ 175 w 176"/>
                  <a:gd name="T11" fmla="*/ 9 h 100"/>
                  <a:gd name="T12" fmla="*/ 168 w 176"/>
                  <a:gd name="T13" fmla="*/ 34 h 100"/>
                  <a:gd name="T14" fmla="*/ 158 w 176"/>
                  <a:gd name="T15" fmla="*/ 37 h 100"/>
                  <a:gd name="T16" fmla="*/ 154 w 176"/>
                  <a:gd name="T17" fmla="*/ 31 h 100"/>
                  <a:gd name="T18" fmla="*/ 134 w 176"/>
                  <a:gd name="T19" fmla="*/ 49 h 100"/>
                  <a:gd name="T20" fmla="*/ 84 w 176"/>
                  <a:gd name="T21" fmla="*/ 96 h 100"/>
                  <a:gd name="T22" fmla="*/ 77 w 176"/>
                  <a:gd name="T23" fmla="*/ 96 h 100"/>
                  <a:gd name="T24" fmla="*/ 51 w 176"/>
                  <a:gd name="T25" fmla="*/ 70 h 100"/>
                  <a:gd name="T26" fmla="*/ 44 w 176"/>
                  <a:gd name="T27" fmla="*/ 69 h 100"/>
                  <a:gd name="T28" fmla="*/ 10 w 176"/>
                  <a:gd name="T29" fmla="*/ 100 h 100"/>
                  <a:gd name="T30" fmla="*/ 9 w 176"/>
                  <a:gd name="T31" fmla="*/ 100 h 100"/>
                  <a:gd name="T32" fmla="*/ 10 w 176"/>
                  <a:gd name="T33" fmla="*/ 82 h 100"/>
                  <a:gd name="T34" fmla="*/ 45 w 176"/>
                  <a:gd name="T35" fmla="*/ 50 h 100"/>
                  <a:gd name="T36" fmla="*/ 51 w 176"/>
                  <a:gd name="T37" fmla="*/ 50 h 100"/>
                  <a:gd name="T38" fmla="*/ 79 w 176"/>
                  <a:gd name="T39" fmla="*/ 78 h 100"/>
                  <a:gd name="T40" fmla="*/ 81 w 176"/>
                  <a:gd name="T41" fmla="*/ 8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00">
                    <a:moveTo>
                      <a:pt x="81" y="80"/>
                    </a:moveTo>
                    <a:cubicBezTo>
                      <a:pt x="102" y="60"/>
                      <a:pt x="122" y="41"/>
                      <a:pt x="143" y="22"/>
                    </a:cubicBezTo>
                    <a:cubicBezTo>
                      <a:pt x="141" y="20"/>
                      <a:pt x="140" y="19"/>
                      <a:pt x="139" y="17"/>
                    </a:cubicBezTo>
                    <a:cubicBezTo>
                      <a:pt x="135" y="14"/>
                      <a:pt x="136" y="10"/>
                      <a:pt x="141" y="8"/>
                    </a:cubicBezTo>
                    <a:cubicBezTo>
                      <a:pt x="150" y="6"/>
                      <a:pt x="159" y="3"/>
                      <a:pt x="168" y="1"/>
                    </a:cubicBezTo>
                    <a:cubicBezTo>
                      <a:pt x="173" y="0"/>
                      <a:pt x="176" y="3"/>
                      <a:pt x="175" y="9"/>
                    </a:cubicBezTo>
                    <a:cubicBezTo>
                      <a:pt x="173" y="17"/>
                      <a:pt x="170" y="26"/>
                      <a:pt x="168" y="34"/>
                    </a:cubicBezTo>
                    <a:cubicBezTo>
                      <a:pt x="166" y="40"/>
                      <a:pt x="163" y="41"/>
                      <a:pt x="158" y="37"/>
                    </a:cubicBezTo>
                    <a:cubicBezTo>
                      <a:pt x="157" y="35"/>
                      <a:pt x="155" y="33"/>
                      <a:pt x="154" y="31"/>
                    </a:cubicBezTo>
                    <a:cubicBezTo>
                      <a:pt x="147" y="38"/>
                      <a:pt x="140" y="44"/>
                      <a:pt x="134" y="49"/>
                    </a:cubicBezTo>
                    <a:cubicBezTo>
                      <a:pt x="117" y="65"/>
                      <a:pt x="100" y="80"/>
                      <a:pt x="84" y="96"/>
                    </a:cubicBezTo>
                    <a:cubicBezTo>
                      <a:pt x="81" y="99"/>
                      <a:pt x="79" y="98"/>
                      <a:pt x="77" y="96"/>
                    </a:cubicBezTo>
                    <a:cubicBezTo>
                      <a:pt x="68" y="87"/>
                      <a:pt x="59" y="78"/>
                      <a:pt x="51" y="70"/>
                    </a:cubicBezTo>
                    <a:cubicBezTo>
                      <a:pt x="48" y="67"/>
                      <a:pt x="47" y="67"/>
                      <a:pt x="44" y="69"/>
                    </a:cubicBezTo>
                    <a:cubicBezTo>
                      <a:pt x="33" y="80"/>
                      <a:pt x="21" y="9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0" y="90"/>
                      <a:pt x="0" y="90"/>
                      <a:pt x="10" y="82"/>
                    </a:cubicBezTo>
                    <a:cubicBezTo>
                      <a:pt x="21" y="71"/>
                      <a:pt x="33" y="61"/>
                      <a:pt x="45" y="50"/>
                    </a:cubicBezTo>
                    <a:cubicBezTo>
                      <a:pt x="47" y="48"/>
                      <a:pt x="49" y="48"/>
                      <a:pt x="51" y="50"/>
                    </a:cubicBezTo>
                    <a:cubicBezTo>
                      <a:pt x="60" y="60"/>
                      <a:pt x="70" y="69"/>
                      <a:pt x="79" y="78"/>
                    </a:cubicBezTo>
                    <a:cubicBezTo>
                      <a:pt x="80" y="79"/>
                      <a:pt x="80" y="79"/>
                      <a:pt x="81" y="8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82BE8C48-C396-2985-FF54-CAF927F89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9888" y="4856163"/>
                <a:ext cx="130175" cy="220663"/>
              </a:xfrm>
              <a:custGeom>
                <a:avLst/>
                <a:gdLst>
                  <a:gd name="T0" fmla="*/ 37 w 40"/>
                  <a:gd name="T1" fmla="*/ 0 h 68"/>
                  <a:gd name="T2" fmla="*/ 40 w 40"/>
                  <a:gd name="T3" fmla="*/ 2 h 68"/>
                  <a:gd name="T4" fmla="*/ 40 w 40"/>
                  <a:gd name="T5" fmla="*/ 67 h 68"/>
                  <a:gd name="T6" fmla="*/ 40 w 40"/>
                  <a:gd name="T7" fmla="*/ 68 h 68"/>
                  <a:gd name="T8" fmla="*/ 0 w 40"/>
                  <a:gd name="T9" fmla="*/ 68 h 68"/>
                  <a:gd name="T10" fmla="*/ 0 w 40"/>
                  <a:gd name="T11" fmla="*/ 34 h 68"/>
                  <a:gd name="T12" fmla="*/ 1 w 40"/>
                  <a:gd name="T13" fmla="*/ 32 h 68"/>
                  <a:gd name="T14" fmla="*/ 37 w 40"/>
                  <a:gd name="T15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68">
                    <a:moveTo>
                      <a:pt x="37" y="0"/>
                    </a:moveTo>
                    <a:cubicBezTo>
                      <a:pt x="40" y="2"/>
                      <a:pt x="40" y="2"/>
                      <a:pt x="40" y="2"/>
                    </a:cubicBezTo>
                    <a:cubicBezTo>
                      <a:pt x="40" y="24"/>
                      <a:pt x="40" y="46"/>
                      <a:pt x="40" y="67"/>
                    </a:cubicBezTo>
                    <a:cubicBezTo>
                      <a:pt x="40" y="67"/>
                      <a:pt x="40" y="68"/>
                      <a:pt x="40" y="68"/>
                    </a:cubicBezTo>
                    <a:cubicBezTo>
                      <a:pt x="27" y="68"/>
                      <a:pt x="14" y="68"/>
                      <a:pt x="0" y="68"/>
                    </a:cubicBezTo>
                    <a:cubicBezTo>
                      <a:pt x="0" y="57"/>
                      <a:pt x="0" y="45"/>
                      <a:pt x="0" y="34"/>
                    </a:cubicBezTo>
                    <a:cubicBezTo>
                      <a:pt x="0" y="33"/>
                      <a:pt x="1" y="32"/>
                      <a:pt x="1" y="32"/>
                    </a:cubicBezTo>
                    <a:cubicBezTo>
                      <a:pt x="13" y="21"/>
                      <a:pt x="37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8">
                <a:extLst>
                  <a:ext uri="{FF2B5EF4-FFF2-40B4-BE49-F238E27FC236}">
                    <a16:creationId xmlns:a16="http://schemas.microsoft.com/office/drawing/2014/main" id="{AA9CD922-1F83-93EA-7ACD-F367F9E17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1338" y="4895850"/>
                <a:ext cx="128588" cy="180975"/>
              </a:xfrm>
              <a:custGeom>
                <a:avLst/>
                <a:gdLst>
                  <a:gd name="T0" fmla="*/ 40 w 40"/>
                  <a:gd name="T1" fmla="*/ 0 h 56"/>
                  <a:gd name="T2" fmla="*/ 40 w 40"/>
                  <a:gd name="T3" fmla="*/ 56 h 56"/>
                  <a:gd name="T4" fmla="*/ 0 w 40"/>
                  <a:gd name="T5" fmla="*/ 56 h 56"/>
                  <a:gd name="T6" fmla="*/ 0 w 40"/>
                  <a:gd name="T7" fmla="*/ 2 h 56"/>
                  <a:gd name="T8" fmla="*/ 14 w 40"/>
                  <a:gd name="T9" fmla="*/ 17 h 56"/>
                  <a:gd name="T10" fmla="*/ 21 w 40"/>
                  <a:gd name="T11" fmla="*/ 17 h 56"/>
                  <a:gd name="T12" fmla="*/ 40 w 40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56">
                    <a:moveTo>
                      <a:pt x="40" y="0"/>
                    </a:moveTo>
                    <a:cubicBezTo>
                      <a:pt x="40" y="19"/>
                      <a:pt x="40" y="37"/>
                      <a:pt x="40" y="56"/>
                    </a:cubicBezTo>
                    <a:cubicBezTo>
                      <a:pt x="27" y="56"/>
                      <a:pt x="14" y="56"/>
                      <a:pt x="0" y="56"/>
                    </a:cubicBezTo>
                    <a:cubicBezTo>
                      <a:pt x="0" y="39"/>
                      <a:pt x="0" y="2"/>
                      <a:pt x="0" y="2"/>
                    </a:cubicBezTo>
                    <a:cubicBezTo>
                      <a:pt x="0" y="2"/>
                      <a:pt x="10" y="12"/>
                      <a:pt x="14" y="17"/>
                    </a:cubicBezTo>
                    <a:cubicBezTo>
                      <a:pt x="16" y="19"/>
                      <a:pt x="18" y="20"/>
                      <a:pt x="21" y="17"/>
                    </a:cubicBezTo>
                    <a:cubicBezTo>
                      <a:pt x="27" y="11"/>
                      <a:pt x="33" y="6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3" name="Oval 43">
              <a:extLst>
                <a:ext uri="{FF2B5EF4-FFF2-40B4-BE49-F238E27FC236}">
                  <a16:creationId xmlns:a16="http://schemas.microsoft.com/office/drawing/2014/main" id="{B835D278-D98C-1E56-0A39-CD51F54C7F2A}"/>
                </a:ext>
              </a:extLst>
            </p:cNvPr>
            <p:cNvSpPr/>
            <p:nvPr/>
          </p:nvSpPr>
          <p:spPr>
            <a:xfrm>
              <a:off x="9539096" y="4379744"/>
              <a:ext cx="1464730" cy="14647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10000"/>
              </a:schemeClr>
            </a:solidFill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EA6E1D3A-914D-20BD-20FC-3DF979FF3EE0}"/>
              </a:ext>
            </a:extLst>
          </p:cNvPr>
          <p:cNvGrpSpPr/>
          <p:nvPr/>
        </p:nvGrpSpPr>
        <p:grpSpPr>
          <a:xfrm>
            <a:off x="7966053" y="2700966"/>
            <a:ext cx="1874547" cy="2691038"/>
            <a:chOff x="6958210" y="2282834"/>
            <a:chExt cx="2476404" cy="3555044"/>
          </a:xfrm>
        </p:grpSpPr>
        <p:sp>
          <p:nvSpPr>
            <p:cNvPr id="39" name="Arrow: Chevron 5">
              <a:extLst>
                <a:ext uri="{FF2B5EF4-FFF2-40B4-BE49-F238E27FC236}">
                  <a16:creationId xmlns:a16="http://schemas.microsoft.com/office/drawing/2014/main" id="{5090D413-24CD-FDA4-3020-0EF594823E58}"/>
                </a:ext>
              </a:extLst>
            </p:cNvPr>
            <p:cNvSpPr/>
            <p:nvPr/>
          </p:nvSpPr>
          <p:spPr>
            <a:xfrm>
              <a:off x="7362643" y="3330624"/>
              <a:ext cx="1727200" cy="381000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Box 9">
              <a:extLst>
                <a:ext uri="{FF2B5EF4-FFF2-40B4-BE49-F238E27FC236}">
                  <a16:creationId xmlns:a16="http://schemas.microsoft.com/office/drawing/2014/main" id="{E41E7993-4F03-5176-A1D9-5842B327F861}"/>
                </a:ext>
              </a:extLst>
            </p:cNvPr>
            <p:cNvSpPr txBox="1"/>
            <p:nvPr/>
          </p:nvSpPr>
          <p:spPr>
            <a:xfrm>
              <a:off x="6958210" y="2282834"/>
              <a:ext cx="2476404" cy="77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RESULTATS ET COMMENTAIRES</a:t>
              </a:r>
            </a:p>
          </p:txBody>
        </p:sp>
        <p:cxnSp>
          <p:nvCxnSpPr>
            <p:cNvPr id="41" name="Straight Connector 37">
              <a:extLst>
                <a:ext uri="{FF2B5EF4-FFF2-40B4-BE49-F238E27FC236}">
                  <a16:creationId xmlns:a16="http://schemas.microsoft.com/office/drawing/2014/main" id="{8AE959B5-DFEE-3892-F3B9-8C15D2FB544E}"/>
                </a:ext>
              </a:extLst>
            </p:cNvPr>
            <p:cNvCxnSpPr>
              <a:cxnSpLocks/>
              <a:stCxn id="39" idx="2"/>
              <a:endCxn id="43" idx="0"/>
            </p:cNvCxnSpPr>
            <p:nvPr/>
          </p:nvCxnSpPr>
          <p:spPr>
            <a:xfrm>
              <a:off x="8130679" y="3711624"/>
              <a:ext cx="12007" cy="640111"/>
            </a:xfrm>
            <a:prstGeom prst="line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72">
              <a:extLst>
                <a:ext uri="{FF2B5EF4-FFF2-40B4-BE49-F238E27FC236}">
                  <a16:creationId xmlns:a16="http://schemas.microsoft.com/office/drawing/2014/main" id="{4A9191BD-CF90-8E1D-BEFD-0908DBD7487B}"/>
                </a:ext>
              </a:extLst>
            </p:cNvPr>
            <p:cNvGrpSpPr/>
            <p:nvPr/>
          </p:nvGrpSpPr>
          <p:grpSpPr>
            <a:xfrm>
              <a:off x="7608284" y="4524698"/>
              <a:ext cx="1044790" cy="1100135"/>
              <a:chOff x="5995988" y="2712903"/>
              <a:chExt cx="2457450" cy="2587625"/>
            </a:xfrm>
            <a:solidFill>
              <a:schemeClr val="tx1"/>
            </a:solidFill>
          </p:grpSpPr>
          <p:sp>
            <p:nvSpPr>
              <p:cNvPr id="44" name="Freeform 6">
                <a:extLst>
                  <a:ext uri="{FF2B5EF4-FFF2-40B4-BE49-F238E27FC236}">
                    <a16:creationId xmlns:a16="http://schemas.microsoft.com/office/drawing/2014/main" id="{B4C3A021-5E40-A443-D367-D35A1FA077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5988" y="2712903"/>
                <a:ext cx="2457450" cy="2587625"/>
              </a:xfrm>
              <a:custGeom>
                <a:avLst/>
                <a:gdLst>
                  <a:gd name="T0" fmla="*/ 707 w 771"/>
                  <a:gd name="T1" fmla="*/ 219 h 812"/>
                  <a:gd name="T2" fmla="*/ 760 w 771"/>
                  <a:gd name="T3" fmla="*/ 369 h 812"/>
                  <a:gd name="T4" fmla="*/ 685 w 771"/>
                  <a:gd name="T5" fmla="*/ 634 h 812"/>
                  <a:gd name="T6" fmla="*/ 197 w 771"/>
                  <a:gd name="T7" fmla="*/ 707 h 812"/>
                  <a:gd name="T8" fmla="*/ 97 w 771"/>
                  <a:gd name="T9" fmla="*/ 220 h 812"/>
                  <a:gd name="T10" fmla="*/ 594 w 771"/>
                  <a:gd name="T11" fmla="*/ 106 h 812"/>
                  <a:gd name="T12" fmla="*/ 552 w 771"/>
                  <a:gd name="T13" fmla="*/ 147 h 812"/>
                  <a:gd name="T14" fmla="*/ 509 w 771"/>
                  <a:gd name="T15" fmla="*/ 128 h 812"/>
                  <a:gd name="T16" fmla="*/ 454 w 771"/>
                  <a:gd name="T17" fmla="*/ 113 h 812"/>
                  <a:gd name="T18" fmla="*/ 372 w 771"/>
                  <a:gd name="T19" fmla="*/ 110 h 812"/>
                  <a:gd name="T20" fmla="*/ 241 w 771"/>
                  <a:gd name="T21" fmla="*/ 155 h 812"/>
                  <a:gd name="T22" fmla="*/ 147 w 771"/>
                  <a:gd name="T23" fmla="*/ 249 h 812"/>
                  <a:gd name="T24" fmla="*/ 115 w 771"/>
                  <a:gd name="T25" fmla="*/ 317 h 812"/>
                  <a:gd name="T26" fmla="*/ 103 w 771"/>
                  <a:gd name="T27" fmla="*/ 366 h 812"/>
                  <a:gd name="T28" fmla="*/ 102 w 771"/>
                  <a:gd name="T29" fmla="*/ 450 h 812"/>
                  <a:gd name="T30" fmla="*/ 124 w 771"/>
                  <a:gd name="T31" fmla="*/ 528 h 812"/>
                  <a:gd name="T32" fmla="*/ 209 w 771"/>
                  <a:gd name="T33" fmla="*/ 643 h 812"/>
                  <a:gd name="T34" fmla="*/ 295 w 771"/>
                  <a:gd name="T35" fmla="*/ 694 h 812"/>
                  <a:gd name="T36" fmla="*/ 357 w 771"/>
                  <a:gd name="T37" fmla="*/ 710 h 812"/>
                  <a:gd name="T38" fmla="*/ 439 w 771"/>
                  <a:gd name="T39" fmla="*/ 711 h 812"/>
                  <a:gd name="T40" fmla="*/ 512 w 771"/>
                  <a:gd name="T41" fmla="*/ 693 h 812"/>
                  <a:gd name="T42" fmla="*/ 585 w 771"/>
                  <a:gd name="T43" fmla="*/ 652 h 812"/>
                  <a:gd name="T44" fmla="*/ 644 w 771"/>
                  <a:gd name="T45" fmla="*/ 592 h 812"/>
                  <a:gd name="T46" fmla="*/ 677 w 771"/>
                  <a:gd name="T47" fmla="*/ 536 h 812"/>
                  <a:gd name="T48" fmla="*/ 696 w 771"/>
                  <a:gd name="T49" fmla="*/ 482 h 812"/>
                  <a:gd name="T50" fmla="*/ 704 w 771"/>
                  <a:gd name="T51" fmla="*/ 432 h 812"/>
                  <a:gd name="T52" fmla="*/ 702 w 771"/>
                  <a:gd name="T53" fmla="*/ 374 h 812"/>
                  <a:gd name="T54" fmla="*/ 695 w 771"/>
                  <a:gd name="T55" fmla="*/ 334 h 812"/>
                  <a:gd name="T56" fmla="*/ 666 w 771"/>
                  <a:gd name="T57" fmla="*/ 264 h 812"/>
                  <a:gd name="T58" fmla="*/ 667 w 771"/>
                  <a:gd name="T59" fmla="*/ 258 h 812"/>
                  <a:gd name="T60" fmla="*/ 703 w 771"/>
                  <a:gd name="T61" fmla="*/ 222 h 812"/>
                  <a:gd name="T62" fmla="*/ 707 w 771"/>
                  <a:gd name="T63" fmla="*/ 219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71" h="812">
                    <a:moveTo>
                      <a:pt x="707" y="219"/>
                    </a:moveTo>
                    <a:cubicBezTo>
                      <a:pt x="736" y="265"/>
                      <a:pt x="754" y="315"/>
                      <a:pt x="760" y="369"/>
                    </a:cubicBezTo>
                    <a:cubicBezTo>
                      <a:pt x="771" y="467"/>
                      <a:pt x="746" y="557"/>
                      <a:pt x="685" y="634"/>
                    </a:cubicBezTo>
                    <a:cubicBezTo>
                      <a:pt x="561" y="789"/>
                      <a:pt x="347" y="812"/>
                      <a:pt x="197" y="707"/>
                    </a:cubicBezTo>
                    <a:cubicBezTo>
                      <a:pt x="31" y="591"/>
                      <a:pt x="0" y="374"/>
                      <a:pt x="97" y="220"/>
                    </a:cubicBezTo>
                    <a:cubicBezTo>
                      <a:pt x="203" y="52"/>
                      <a:pt x="424" y="0"/>
                      <a:pt x="594" y="106"/>
                    </a:cubicBezTo>
                    <a:cubicBezTo>
                      <a:pt x="580" y="120"/>
                      <a:pt x="566" y="134"/>
                      <a:pt x="552" y="147"/>
                    </a:cubicBezTo>
                    <a:cubicBezTo>
                      <a:pt x="538" y="141"/>
                      <a:pt x="523" y="134"/>
                      <a:pt x="509" y="128"/>
                    </a:cubicBezTo>
                    <a:cubicBezTo>
                      <a:pt x="491" y="121"/>
                      <a:pt x="473" y="116"/>
                      <a:pt x="454" y="113"/>
                    </a:cubicBezTo>
                    <a:cubicBezTo>
                      <a:pt x="427" y="108"/>
                      <a:pt x="399" y="107"/>
                      <a:pt x="372" y="110"/>
                    </a:cubicBezTo>
                    <a:cubicBezTo>
                      <a:pt x="325" y="115"/>
                      <a:pt x="281" y="130"/>
                      <a:pt x="241" y="155"/>
                    </a:cubicBezTo>
                    <a:cubicBezTo>
                      <a:pt x="203" y="179"/>
                      <a:pt x="171" y="211"/>
                      <a:pt x="147" y="249"/>
                    </a:cubicBezTo>
                    <a:cubicBezTo>
                      <a:pt x="134" y="270"/>
                      <a:pt x="123" y="293"/>
                      <a:pt x="115" y="317"/>
                    </a:cubicBezTo>
                    <a:cubicBezTo>
                      <a:pt x="110" y="333"/>
                      <a:pt x="106" y="350"/>
                      <a:pt x="103" y="366"/>
                    </a:cubicBezTo>
                    <a:cubicBezTo>
                      <a:pt x="99" y="394"/>
                      <a:pt x="99" y="422"/>
                      <a:pt x="102" y="450"/>
                    </a:cubicBezTo>
                    <a:cubicBezTo>
                      <a:pt x="105" y="477"/>
                      <a:pt x="113" y="503"/>
                      <a:pt x="124" y="528"/>
                    </a:cubicBezTo>
                    <a:cubicBezTo>
                      <a:pt x="143" y="574"/>
                      <a:pt x="171" y="612"/>
                      <a:pt x="209" y="643"/>
                    </a:cubicBezTo>
                    <a:cubicBezTo>
                      <a:pt x="235" y="665"/>
                      <a:pt x="263" y="682"/>
                      <a:pt x="295" y="694"/>
                    </a:cubicBezTo>
                    <a:cubicBezTo>
                      <a:pt x="315" y="701"/>
                      <a:pt x="336" y="707"/>
                      <a:pt x="357" y="710"/>
                    </a:cubicBezTo>
                    <a:cubicBezTo>
                      <a:pt x="384" y="714"/>
                      <a:pt x="412" y="715"/>
                      <a:pt x="439" y="711"/>
                    </a:cubicBezTo>
                    <a:cubicBezTo>
                      <a:pt x="464" y="708"/>
                      <a:pt x="488" y="702"/>
                      <a:pt x="512" y="693"/>
                    </a:cubicBezTo>
                    <a:cubicBezTo>
                      <a:pt x="538" y="683"/>
                      <a:pt x="563" y="669"/>
                      <a:pt x="585" y="652"/>
                    </a:cubicBezTo>
                    <a:cubicBezTo>
                      <a:pt x="607" y="635"/>
                      <a:pt x="627" y="615"/>
                      <a:pt x="644" y="592"/>
                    </a:cubicBezTo>
                    <a:cubicBezTo>
                      <a:pt x="657" y="575"/>
                      <a:pt x="668" y="556"/>
                      <a:pt x="677" y="536"/>
                    </a:cubicBezTo>
                    <a:cubicBezTo>
                      <a:pt x="686" y="519"/>
                      <a:pt x="692" y="501"/>
                      <a:pt x="696" y="482"/>
                    </a:cubicBezTo>
                    <a:cubicBezTo>
                      <a:pt x="700" y="465"/>
                      <a:pt x="703" y="449"/>
                      <a:pt x="704" y="432"/>
                    </a:cubicBezTo>
                    <a:cubicBezTo>
                      <a:pt x="704" y="413"/>
                      <a:pt x="704" y="393"/>
                      <a:pt x="702" y="374"/>
                    </a:cubicBezTo>
                    <a:cubicBezTo>
                      <a:pt x="701" y="361"/>
                      <a:pt x="698" y="347"/>
                      <a:pt x="695" y="334"/>
                    </a:cubicBezTo>
                    <a:cubicBezTo>
                      <a:pt x="689" y="310"/>
                      <a:pt x="679" y="286"/>
                      <a:pt x="666" y="264"/>
                    </a:cubicBezTo>
                    <a:cubicBezTo>
                      <a:pt x="665" y="262"/>
                      <a:pt x="665" y="260"/>
                      <a:pt x="667" y="258"/>
                    </a:cubicBezTo>
                    <a:cubicBezTo>
                      <a:pt x="680" y="246"/>
                      <a:pt x="691" y="234"/>
                      <a:pt x="703" y="222"/>
                    </a:cubicBezTo>
                    <a:cubicBezTo>
                      <a:pt x="704" y="221"/>
                      <a:pt x="705" y="220"/>
                      <a:pt x="707" y="2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Freeform 7">
                <a:extLst>
                  <a:ext uri="{FF2B5EF4-FFF2-40B4-BE49-F238E27FC236}">
                    <a16:creationId xmlns:a16="http://schemas.microsoft.com/office/drawing/2014/main" id="{6833C6B4-798A-7399-7641-CD0F2B15A8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5101" y="3270116"/>
                <a:ext cx="1450975" cy="1435100"/>
              </a:xfrm>
              <a:custGeom>
                <a:avLst/>
                <a:gdLst>
                  <a:gd name="T0" fmla="*/ 350 w 455"/>
                  <a:gd name="T1" fmla="*/ 54 h 450"/>
                  <a:gd name="T2" fmla="*/ 311 w 455"/>
                  <a:gd name="T3" fmla="*/ 93 h 450"/>
                  <a:gd name="T4" fmla="*/ 305 w 455"/>
                  <a:gd name="T5" fmla="*/ 94 h 450"/>
                  <a:gd name="T6" fmla="*/ 262 w 455"/>
                  <a:gd name="T7" fmla="*/ 81 h 450"/>
                  <a:gd name="T8" fmla="*/ 210 w 455"/>
                  <a:gd name="T9" fmla="*/ 82 h 450"/>
                  <a:gd name="T10" fmla="*/ 148 w 455"/>
                  <a:gd name="T11" fmla="*/ 109 h 450"/>
                  <a:gd name="T12" fmla="*/ 103 w 455"/>
                  <a:gd name="T13" fmla="*/ 160 h 450"/>
                  <a:gd name="T14" fmla="*/ 84 w 455"/>
                  <a:gd name="T15" fmla="*/ 216 h 450"/>
                  <a:gd name="T16" fmla="*/ 90 w 455"/>
                  <a:gd name="T17" fmla="*/ 283 h 450"/>
                  <a:gd name="T18" fmla="*/ 154 w 455"/>
                  <a:gd name="T19" fmla="*/ 367 h 450"/>
                  <a:gd name="T20" fmla="*/ 225 w 455"/>
                  <a:gd name="T21" fmla="*/ 392 h 450"/>
                  <a:gd name="T22" fmla="*/ 302 w 455"/>
                  <a:gd name="T23" fmla="*/ 379 h 450"/>
                  <a:gd name="T24" fmla="*/ 364 w 455"/>
                  <a:gd name="T25" fmla="*/ 330 h 450"/>
                  <a:gd name="T26" fmla="*/ 391 w 455"/>
                  <a:gd name="T27" fmla="*/ 273 h 450"/>
                  <a:gd name="T28" fmla="*/ 395 w 455"/>
                  <a:gd name="T29" fmla="*/ 223 h 450"/>
                  <a:gd name="T30" fmla="*/ 380 w 455"/>
                  <a:gd name="T31" fmla="*/ 167 h 450"/>
                  <a:gd name="T32" fmla="*/ 422 w 455"/>
                  <a:gd name="T33" fmla="*/ 125 h 450"/>
                  <a:gd name="T34" fmla="*/ 453 w 455"/>
                  <a:gd name="T35" fmla="*/ 242 h 450"/>
                  <a:gd name="T36" fmla="*/ 418 w 455"/>
                  <a:gd name="T37" fmla="*/ 354 h 450"/>
                  <a:gd name="T38" fmla="*/ 235 w 455"/>
                  <a:gd name="T39" fmla="*/ 450 h 450"/>
                  <a:gd name="T40" fmla="*/ 85 w 455"/>
                  <a:gd name="T41" fmla="*/ 385 h 450"/>
                  <a:gd name="T42" fmla="*/ 95 w 455"/>
                  <a:gd name="T43" fmla="*/ 78 h 450"/>
                  <a:gd name="T44" fmla="*/ 350 w 455"/>
                  <a:gd name="T45" fmla="*/ 54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55" h="450">
                    <a:moveTo>
                      <a:pt x="350" y="54"/>
                    </a:moveTo>
                    <a:cubicBezTo>
                      <a:pt x="337" y="67"/>
                      <a:pt x="324" y="80"/>
                      <a:pt x="311" y="93"/>
                    </a:cubicBezTo>
                    <a:cubicBezTo>
                      <a:pt x="310" y="94"/>
                      <a:pt x="307" y="95"/>
                      <a:pt x="305" y="94"/>
                    </a:cubicBezTo>
                    <a:cubicBezTo>
                      <a:pt x="292" y="87"/>
                      <a:pt x="277" y="83"/>
                      <a:pt x="262" y="81"/>
                    </a:cubicBezTo>
                    <a:cubicBezTo>
                      <a:pt x="244" y="79"/>
                      <a:pt x="227" y="79"/>
                      <a:pt x="210" y="82"/>
                    </a:cubicBezTo>
                    <a:cubicBezTo>
                      <a:pt x="187" y="87"/>
                      <a:pt x="166" y="96"/>
                      <a:pt x="148" y="109"/>
                    </a:cubicBezTo>
                    <a:cubicBezTo>
                      <a:pt x="129" y="123"/>
                      <a:pt x="114" y="140"/>
                      <a:pt x="103" y="160"/>
                    </a:cubicBezTo>
                    <a:cubicBezTo>
                      <a:pt x="93" y="178"/>
                      <a:pt x="87" y="196"/>
                      <a:pt x="84" y="216"/>
                    </a:cubicBezTo>
                    <a:cubicBezTo>
                      <a:pt x="81" y="239"/>
                      <a:pt x="83" y="261"/>
                      <a:pt x="90" y="283"/>
                    </a:cubicBezTo>
                    <a:cubicBezTo>
                      <a:pt x="101" y="319"/>
                      <a:pt x="123" y="347"/>
                      <a:pt x="154" y="367"/>
                    </a:cubicBezTo>
                    <a:cubicBezTo>
                      <a:pt x="176" y="381"/>
                      <a:pt x="199" y="389"/>
                      <a:pt x="225" y="392"/>
                    </a:cubicBezTo>
                    <a:cubicBezTo>
                      <a:pt x="252" y="394"/>
                      <a:pt x="277" y="390"/>
                      <a:pt x="302" y="379"/>
                    </a:cubicBezTo>
                    <a:cubicBezTo>
                      <a:pt x="327" y="368"/>
                      <a:pt x="348" y="352"/>
                      <a:pt x="364" y="330"/>
                    </a:cubicBezTo>
                    <a:cubicBezTo>
                      <a:pt x="377" y="313"/>
                      <a:pt x="386" y="294"/>
                      <a:pt x="391" y="273"/>
                    </a:cubicBezTo>
                    <a:cubicBezTo>
                      <a:pt x="395" y="256"/>
                      <a:pt x="397" y="240"/>
                      <a:pt x="395" y="223"/>
                    </a:cubicBezTo>
                    <a:cubicBezTo>
                      <a:pt x="394" y="204"/>
                      <a:pt x="389" y="185"/>
                      <a:pt x="380" y="167"/>
                    </a:cubicBezTo>
                    <a:cubicBezTo>
                      <a:pt x="394" y="153"/>
                      <a:pt x="408" y="139"/>
                      <a:pt x="422" y="125"/>
                    </a:cubicBezTo>
                    <a:cubicBezTo>
                      <a:pt x="444" y="161"/>
                      <a:pt x="455" y="200"/>
                      <a:pt x="453" y="242"/>
                    </a:cubicBezTo>
                    <a:cubicBezTo>
                      <a:pt x="452" y="283"/>
                      <a:pt x="441" y="320"/>
                      <a:pt x="418" y="354"/>
                    </a:cubicBezTo>
                    <a:cubicBezTo>
                      <a:pt x="374" y="418"/>
                      <a:pt x="312" y="450"/>
                      <a:pt x="235" y="450"/>
                    </a:cubicBezTo>
                    <a:cubicBezTo>
                      <a:pt x="176" y="450"/>
                      <a:pt x="125" y="427"/>
                      <a:pt x="85" y="385"/>
                    </a:cubicBezTo>
                    <a:cubicBezTo>
                      <a:pt x="0" y="295"/>
                      <a:pt x="6" y="160"/>
                      <a:pt x="95" y="78"/>
                    </a:cubicBezTo>
                    <a:cubicBezTo>
                      <a:pt x="179" y="0"/>
                      <a:pt x="293" y="14"/>
                      <a:pt x="350" y="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 8">
                <a:extLst>
                  <a:ext uri="{FF2B5EF4-FFF2-40B4-BE49-F238E27FC236}">
                    <a16:creationId xmlns:a16="http://schemas.microsoft.com/office/drawing/2014/main" id="{1B9C9A24-7888-DDAC-3B08-67325CA0C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0563" y="2874828"/>
                <a:ext cx="1381125" cy="1384300"/>
              </a:xfrm>
              <a:custGeom>
                <a:avLst/>
                <a:gdLst>
                  <a:gd name="T0" fmla="*/ 363 w 433"/>
                  <a:gd name="T1" fmla="*/ 0 h 434"/>
                  <a:gd name="T2" fmla="*/ 363 w 433"/>
                  <a:gd name="T3" fmla="*/ 71 h 434"/>
                  <a:gd name="T4" fmla="*/ 432 w 433"/>
                  <a:gd name="T5" fmla="*/ 71 h 434"/>
                  <a:gd name="T6" fmla="*/ 433 w 433"/>
                  <a:gd name="T7" fmla="*/ 73 h 434"/>
                  <a:gd name="T8" fmla="*/ 408 w 433"/>
                  <a:gd name="T9" fmla="*/ 98 h 434"/>
                  <a:gd name="T10" fmla="*/ 303 w 433"/>
                  <a:gd name="T11" fmla="*/ 203 h 434"/>
                  <a:gd name="T12" fmla="*/ 292 w 433"/>
                  <a:gd name="T13" fmla="*/ 207 h 434"/>
                  <a:gd name="T14" fmla="*/ 262 w 433"/>
                  <a:gd name="T15" fmla="*/ 208 h 434"/>
                  <a:gd name="T16" fmla="*/ 255 w 433"/>
                  <a:gd name="T17" fmla="*/ 210 h 434"/>
                  <a:gd name="T18" fmla="*/ 176 w 433"/>
                  <a:gd name="T19" fmla="*/ 289 h 434"/>
                  <a:gd name="T20" fmla="*/ 141 w 433"/>
                  <a:gd name="T21" fmla="*/ 325 h 434"/>
                  <a:gd name="T22" fmla="*/ 140 w 433"/>
                  <a:gd name="T23" fmla="*/ 330 h 434"/>
                  <a:gd name="T24" fmla="*/ 146 w 433"/>
                  <a:gd name="T25" fmla="*/ 354 h 434"/>
                  <a:gd name="T26" fmla="*/ 121 w 433"/>
                  <a:gd name="T27" fmla="*/ 415 h 434"/>
                  <a:gd name="T28" fmla="*/ 67 w 433"/>
                  <a:gd name="T29" fmla="*/ 432 h 434"/>
                  <a:gd name="T30" fmla="*/ 12 w 433"/>
                  <a:gd name="T31" fmla="*/ 397 h 434"/>
                  <a:gd name="T32" fmla="*/ 4 w 433"/>
                  <a:gd name="T33" fmla="*/ 342 h 434"/>
                  <a:gd name="T34" fmla="*/ 46 w 433"/>
                  <a:gd name="T35" fmla="*/ 294 h 434"/>
                  <a:gd name="T36" fmla="*/ 105 w 433"/>
                  <a:gd name="T37" fmla="*/ 295 h 434"/>
                  <a:gd name="T38" fmla="*/ 110 w 433"/>
                  <a:gd name="T39" fmla="*/ 293 h 434"/>
                  <a:gd name="T40" fmla="*/ 191 w 433"/>
                  <a:gd name="T41" fmla="*/ 213 h 434"/>
                  <a:gd name="T42" fmla="*/ 223 w 433"/>
                  <a:gd name="T43" fmla="*/ 181 h 434"/>
                  <a:gd name="T44" fmla="*/ 227 w 433"/>
                  <a:gd name="T45" fmla="*/ 171 h 434"/>
                  <a:gd name="T46" fmla="*/ 227 w 433"/>
                  <a:gd name="T47" fmla="*/ 143 h 434"/>
                  <a:gd name="T48" fmla="*/ 231 w 433"/>
                  <a:gd name="T49" fmla="*/ 131 h 434"/>
                  <a:gd name="T50" fmla="*/ 360 w 433"/>
                  <a:gd name="T51" fmla="*/ 3 h 434"/>
                  <a:gd name="T52" fmla="*/ 363 w 433"/>
                  <a:gd name="T53" fmla="*/ 0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3" h="434">
                    <a:moveTo>
                      <a:pt x="363" y="0"/>
                    </a:moveTo>
                    <a:cubicBezTo>
                      <a:pt x="363" y="24"/>
                      <a:pt x="363" y="47"/>
                      <a:pt x="363" y="71"/>
                    </a:cubicBezTo>
                    <a:cubicBezTo>
                      <a:pt x="386" y="71"/>
                      <a:pt x="409" y="71"/>
                      <a:pt x="432" y="71"/>
                    </a:cubicBezTo>
                    <a:cubicBezTo>
                      <a:pt x="432" y="72"/>
                      <a:pt x="432" y="73"/>
                      <a:pt x="433" y="73"/>
                    </a:cubicBezTo>
                    <a:cubicBezTo>
                      <a:pt x="424" y="81"/>
                      <a:pt x="416" y="90"/>
                      <a:pt x="408" y="98"/>
                    </a:cubicBezTo>
                    <a:cubicBezTo>
                      <a:pt x="373" y="133"/>
                      <a:pt x="338" y="168"/>
                      <a:pt x="303" y="203"/>
                    </a:cubicBezTo>
                    <a:cubicBezTo>
                      <a:pt x="300" y="206"/>
                      <a:pt x="297" y="208"/>
                      <a:pt x="292" y="207"/>
                    </a:cubicBezTo>
                    <a:cubicBezTo>
                      <a:pt x="282" y="207"/>
                      <a:pt x="272" y="207"/>
                      <a:pt x="262" y="208"/>
                    </a:cubicBezTo>
                    <a:cubicBezTo>
                      <a:pt x="260" y="208"/>
                      <a:pt x="256" y="209"/>
                      <a:pt x="255" y="210"/>
                    </a:cubicBezTo>
                    <a:cubicBezTo>
                      <a:pt x="228" y="237"/>
                      <a:pt x="202" y="263"/>
                      <a:pt x="176" y="289"/>
                    </a:cubicBezTo>
                    <a:cubicBezTo>
                      <a:pt x="164" y="301"/>
                      <a:pt x="152" y="313"/>
                      <a:pt x="141" y="325"/>
                    </a:cubicBezTo>
                    <a:cubicBezTo>
                      <a:pt x="140" y="326"/>
                      <a:pt x="139" y="328"/>
                      <a:pt x="140" y="330"/>
                    </a:cubicBezTo>
                    <a:cubicBezTo>
                      <a:pt x="143" y="338"/>
                      <a:pt x="145" y="346"/>
                      <a:pt x="146" y="354"/>
                    </a:cubicBezTo>
                    <a:cubicBezTo>
                      <a:pt x="148" y="379"/>
                      <a:pt x="139" y="399"/>
                      <a:pt x="121" y="415"/>
                    </a:cubicBezTo>
                    <a:cubicBezTo>
                      <a:pt x="105" y="428"/>
                      <a:pt x="87" y="434"/>
                      <a:pt x="67" y="432"/>
                    </a:cubicBezTo>
                    <a:cubicBezTo>
                      <a:pt x="43" y="429"/>
                      <a:pt x="25" y="417"/>
                      <a:pt x="12" y="397"/>
                    </a:cubicBezTo>
                    <a:cubicBezTo>
                      <a:pt x="2" y="380"/>
                      <a:pt x="0" y="361"/>
                      <a:pt x="4" y="342"/>
                    </a:cubicBezTo>
                    <a:cubicBezTo>
                      <a:pt x="10" y="320"/>
                      <a:pt x="24" y="303"/>
                      <a:pt x="46" y="294"/>
                    </a:cubicBezTo>
                    <a:cubicBezTo>
                      <a:pt x="66" y="285"/>
                      <a:pt x="86" y="286"/>
                      <a:pt x="105" y="295"/>
                    </a:cubicBezTo>
                    <a:cubicBezTo>
                      <a:pt x="107" y="295"/>
                      <a:pt x="109" y="294"/>
                      <a:pt x="110" y="293"/>
                    </a:cubicBezTo>
                    <a:cubicBezTo>
                      <a:pt x="137" y="267"/>
                      <a:pt x="164" y="240"/>
                      <a:pt x="191" y="213"/>
                    </a:cubicBezTo>
                    <a:cubicBezTo>
                      <a:pt x="202" y="202"/>
                      <a:pt x="212" y="191"/>
                      <a:pt x="223" y="181"/>
                    </a:cubicBezTo>
                    <a:cubicBezTo>
                      <a:pt x="226" y="178"/>
                      <a:pt x="227" y="175"/>
                      <a:pt x="227" y="171"/>
                    </a:cubicBezTo>
                    <a:cubicBezTo>
                      <a:pt x="227" y="162"/>
                      <a:pt x="227" y="152"/>
                      <a:pt x="227" y="143"/>
                    </a:cubicBezTo>
                    <a:cubicBezTo>
                      <a:pt x="226" y="138"/>
                      <a:pt x="228" y="135"/>
                      <a:pt x="231" y="131"/>
                    </a:cubicBezTo>
                    <a:cubicBezTo>
                      <a:pt x="274" y="88"/>
                      <a:pt x="317" y="45"/>
                      <a:pt x="360" y="3"/>
                    </a:cubicBezTo>
                    <a:cubicBezTo>
                      <a:pt x="361" y="2"/>
                      <a:pt x="362" y="1"/>
                      <a:pt x="3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3" name="Oval 38">
              <a:extLst>
                <a:ext uri="{FF2B5EF4-FFF2-40B4-BE49-F238E27FC236}">
                  <a16:creationId xmlns:a16="http://schemas.microsoft.com/office/drawing/2014/main" id="{EBCCB6C3-979D-8AC5-C0FF-6C27046325F2}"/>
                </a:ext>
              </a:extLst>
            </p:cNvPr>
            <p:cNvSpPr/>
            <p:nvPr/>
          </p:nvSpPr>
          <p:spPr>
            <a:xfrm>
              <a:off x="7438336" y="4373150"/>
              <a:ext cx="1464730" cy="146472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10000"/>
              </a:schemeClr>
            </a:solidFill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8217C79D-2837-FC20-5138-EA0B2CFED10F}"/>
              </a:ext>
            </a:extLst>
          </p:cNvPr>
          <p:cNvGrpSpPr/>
          <p:nvPr/>
        </p:nvGrpSpPr>
        <p:grpSpPr>
          <a:xfrm>
            <a:off x="38633" y="3016830"/>
            <a:ext cx="1635051" cy="2334582"/>
            <a:chOff x="658371" y="2611775"/>
            <a:chExt cx="2254752" cy="3219412"/>
          </a:xfrm>
        </p:grpSpPr>
        <p:sp>
          <p:nvSpPr>
            <p:cNvPr id="48" name="Arrow: Chevron 1">
              <a:extLst>
                <a:ext uri="{FF2B5EF4-FFF2-40B4-BE49-F238E27FC236}">
                  <a16:creationId xmlns:a16="http://schemas.microsoft.com/office/drawing/2014/main" id="{DA950EFD-8AEB-54C0-4A9E-CC5D8A5B7A2A}"/>
                </a:ext>
              </a:extLst>
            </p:cNvPr>
            <p:cNvSpPr/>
            <p:nvPr/>
          </p:nvSpPr>
          <p:spPr>
            <a:xfrm>
              <a:off x="1023422" y="3330624"/>
              <a:ext cx="1727200" cy="381000"/>
            </a:xfrm>
            <a:prstGeom prst="chevron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9" name="Straight Connector 14">
              <a:extLst>
                <a:ext uri="{FF2B5EF4-FFF2-40B4-BE49-F238E27FC236}">
                  <a16:creationId xmlns:a16="http://schemas.microsoft.com/office/drawing/2014/main" id="{16DC7518-16EA-1292-87B0-9E5CA796BB25}"/>
                </a:ext>
              </a:extLst>
            </p:cNvPr>
            <p:cNvCxnSpPr>
              <a:cxnSpLocks/>
            </p:cNvCxnSpPr>
            <p:nvPr/>
          </p:nvCxnSpPr>
          <p:spPr>
            <a:xfrm>
              <a:off x="1801171" y="3711624"/>
              <a:ext cx="0" cy="640111"/>
            </a:xfrm>
            <a:prstGeom prst="line">
              <a:avLst/>
            </a:prstGeom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7">
              <a:extLst>
                <a:ext uri="{FF2B5EF4-FFF2-40B4-BE49-F238E27FC236}">
                  <a16:creationId xmlns:a16="http://schemas.microsoft.com/office/drawing/2014/main" id="{C6762083-61D9-B0B5-1717-152079E3126C}"/>
                </a:ext>
              </a:extLst>
            </p:cNvPr>
            <p:cNvGrpSpPr/>
            <p:nvPr/>
          </p:nvGrpSpPr>
          <p:grpSpPr>
            <a:xfrm>
              <a:off x="1410006" y="4606524"/>
              <a:ext cx="783073" cy="955149"/>
              <a:chOff x="7931851" y="2464731"/>
              <a:chExt cx="1002842" cy="1223210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53" name="Freeform 5">
                <a:extLst>
                  <a:ext uri="{FF2B5EF4-FFF2-40B4-BE49-F238E27FC236}">
                    <a16:creationId xmlns:a16="http://schemas.microsoft.com/office/drawing/2014/main" id="{0BA48055-B5B0-DA6F-C16C-F3B19FF399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20806" y="2650831"/>
                <a:ext cx="623981" cy="1037110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Freeform 6">
                <a:extLst>
                  <a:ext uri="{FF2B5EF4-FFF2-40B4-BE49-F238E27FC236}">
                    <a16:creationId xmlns:a16="http://schemas.microsoft.com/office/drawing/2014/main" id="{4F939118-39EC-6858-010E-931B0E87A4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93151" y="2944496"/>
                <a:ext cx="44264" cy="75201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Freeform 7">
                <a:extLst>
                  <a:ext uri="{FF2B5EF4-FFF2-40B4-BE49-F238E27FC236}">
                    <a16:creationId xmlns:a16="http://schemas.microsoft.com/office/drawing/2014/main" id="{5FCC1F0A-F3ED-024C-0BC7-5306D240F9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15045" y="3044923"/>
                <a:ext cx="160397" cy="25749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Freeform 8">
                <a:extLst>
                  <a:ext uri="{FF2B5EF4-FFF2-40B4-BE49-F238E27FC236}">
                    <a16:creationId xmlns:a16="http://schemas.microsoft.com/office/drawing/2014/main" id="{31A0EAA5-ACE1-AED0-8D7D-CE77113D83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5816" y="3030644"/>
                <a:ext cx="71870" cy="8900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Freeform 9">
                <a:extLst>
                  <a:ext uri="{FF2B5EF4-FFF2-40B4-BE49-F238E27FC236}">
                    <a16:creationId xmlns:a16="http://schemas.microsoft.com/office/drawing/2014/main" id="{F6BF3358-0161-7DF0-26E8-F5C9ED7EB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13044" y="2724603"/>
                <a:ext cx="259397" cy="28271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 10">
                <a:extLst>
                  <a:ext uri="{FF2B5EF4-FFF2-40B4-BE49-F238E27FC236}">
                    <a16:creationId xmlns:a16="http://schemas.microsoft.com/office/drawing/2014/main" id="{9FD2E1A1-453F-FC08-4DA4-6370C696D1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13044" y="2464731"/>
                <a:ext cx="39980" cy="152306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11">
                <a:extLst>
                  <a:ext uri="{FF2B5EF4-FFF2-40B4-BE49-F238E27FC236}">
                    <a16:creationId xmlns:a16="http://schemas.microsoft.com/office/drawing/2014/main" id="{F5A4ADDD-6D07-0F2D-5446-4E94C72487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69830" y="2526606"/>
                <a:ext cx="101379" cy="14088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 12">
                <a:extLst>
                  <a:ext uri="{FF2B5EF4-FFF2-40B4-BE49-F238E27FC236}">
                    <a16:creationId xmlns:a16="http://schemas.microsoft.com/office/drawing/2014/main" id="{C58CE50B-6C54-498B-6D5E-488C9DEC0D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0507" y="3132975"/>
                <a:ext cx="142311" cy="99951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Freeform 13">
                <a:extLst>
                  <a:ext uri="{FF2B5EF4-FFF2-40B4-BE49-F238E27FC236}">
                    <a16:creationId xmlns:a16="http://schemas.microsoft.com/office/drawing/2014/main" id="{99B206B5-DF95-B9F9-59CF-50CBBAF898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93726" y="2704613"/>
                <a:ext cx="142311" cy="98999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Freeform 14">
                <a:extLst>
                  <a:ext uri="{FF2B5EF4-FFF2-40B4-BE49-F238E27FC236}">
                    <a16:creationId xmlns:a16="http://schemas.microsoft.com/office/drawing/2014/main" id="{7E1EEE40-985A-706D-2FDF-8625AF44B7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82387" y="2949255"/>
                <a:ext cx="152306" cy="40457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Freeform 15">
                <a:extLst>
                  <a:ext uri="{FF2B5EF4-FFF2-40B4-BE49-F238E27FC236}">
                    <a16:creationId xmlns:a16="http://schemas.microsoft.com/office/drawing/2014/main" id="{F2DFE10C-5AE1-A049-8262-E2E950E99F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31851" y="2949255"/>
                <a:ext cx="151355" cy="40457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4" name="Freeform 16">
                <a:extLst>
                  <a:ext uri="{FF2B5EF4-FFF2-40B4-BE49-F238E27FC236}">
                    <a16:creationId xmlns:a16="http://schemas.microsoft.com/office/drawing/2014/main" id="{58144C55-0A67-1F6A-28CC-413FC5E3D4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0507" y="2704613"/>
                <a:ext cx="142311" cy="98999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5" name="Freeform 17">
                <a:extLst>
                  <a:ext uri="{FF2B5EF4-FFF2-40B4-BE49-F238E27FC236}">
                    <a16:creationId xmlns:a16="http://schemas.microsoft.com/office/drawing/2014/main" id="{23C148C0-037F-EE6F-3FFD-EAA8E18993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93726" y="3132975"/>
                <a:ext cx="142311" cy="99951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6" name="Freeform 18">
                <a:extLst>
                  <a:ext uri="{FF2B5EF4-FFF2-40B4-BE49-F238E27FC236}">
                    <a16:creationId xmlns:a16="http://schemas.microsoft.com/office/drawing/2014/main" id="{1D26E302-BD81-66C7-68D7-F559A20DA5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95336" y="2526606"/>
                <a:ext cx="101379" cy="14088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1" name="Oval 16">
              <a:extLst>
                <a:ext uri="{FF2B5EF4-FFF2-40B4-BE49-F238E27FC236}">
                  <a16:creationId xmlns:a16="http://schemas.microsoft.com/office/drawing/2014/main" id="{935356E3-7FA8-226C-BCA9-9C6CAA3D0198}"/>
                </a:ext>
              </a:extLst>
            </p:cNvPr>
            <p:cNvSpPr/>
            <p:nvPr/>
          </p:nvSpPr>
          <p:spPr>
            <a:xfrm>
              <a:off x="1081382" y="4366459"/>
              <a:ext cx="1464730" cy="1464728"/>
            </a:xfrm>
            <a:prstGeom prst="ellipse">
              <a:avLst/>
            </a:prstGeom>
            <a:solidFill>
              <a:schemeClr val="tx2">
                <a:lumMod val="75000"/>
                <a:alpha val="1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TextBox 50">
              <a:extLst>
                <a:ext uri="{FF2B5EF4-FFF2-40B4-BE49-F238E27FC236}">
                  <a16:creationId xmlns:a16="http://schemas.microsoft.com/office/drawing/2014/main" id="{88F1927E-C823-9F64-162F-4AFDB4512EFE}"/>
                </a:ext>
              </a:extLst>
            </p:cNvPr>
            <p:cNvSpPr txBox="1"/>
            <p:nvPr/>
          </p:nvSpPr>
          <p:spPr>
            <a:xfrm>
              <a:off x="658371" y="2611775"/>
              <a:ext cx="2254752" cy="4668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INTRODUCTION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1027" name="Groupe 1026">
            <a:extLst>
              <a:ext uri="{FF2B5EF4-FFF2-40B4-BE49-F238E27FC236}">
                <a16:creationId xmlns:a16="http://schemas.microsoft.com/office/drawing/2014/main" id="{426DEB9F-1EFF-70A6-EE6C-7F5D2F1181C8}"/>
              </a:ext>
            </a:extLst>
          </p:cNvPr>
          <p:cNvGrpSpPr/>
          <p:nvPr/>
        </p:nvGrpSpPr>
        <p:grpSpPr>
          <a:xfrm>
            <a:off x="1852634" y="2761283"/>
            <a:ext cx="1819164" cy="2669392"/>
            <a:chOff x="2721242" y="2333166"/>
            <a:chExt cx="2421406" cy="3519550"/>
          </a:xfrm>
        </p:grpSpPr>
        <p:sp>
          <p:nvSpPr>
            <p:cNvPr id="1028" name="Arrow: Chevron 2">
              <a:extLst>
                <a:ext uri="{FF2B5EF4-FFF2-40B4-BE49-F238E27FC236}">
                  <a16:creationId xmlns:a16="http://schemas.microsoft.com/office/drawing/2014/main" id="{B17F37FF-A89B-769C-A8A6-3DFF5F1351A9}"/>
                </a:ext>
              </a:extLst>
            </p:cNvPr>
            <p:cNvSpPr/>
            <p:nvPr/>
          </p:nvSpPr>
          <p:spPr>
            <a:xfrm>
              <a:off x="3163595" y="3330624"/>
              <a:ext cx="1727200" cy="381000"/>
            </a:xfrm>
            <a:prstGeom prst="chevro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9" name="TextBox 11">
              <a:extLst>
                <a:ext uri="{FF2B5EF4-FFF2-40B4-BE49-F238E27FC236}">
                  <a16:creationId xmlns:a16="http://schemas.microsoft.com/office/drawing/2014/main" id="{9BD49711-4DB5-A4EB-E8ED-959BC974361F}"/>
                </a:ext>
              </a:extLst>
            </p:cNvPr>
            <p:cNvSpPr txBox="1"/>
            <p:nvPr/>
          </p:nvSpPr>
          <p:spPr>
            <a:xfrm>
              <a:off x="2721242" y="2333166"/>
              <a:ext cx="2421406" cy="689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CONTEXTE ET</a:t>
              </a:r>
            </a:p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JUSTIFICATION</a:t>
              </a:r>
            </a:p>
          </p:txBody>
        </p:sp>
        <p:cxnSp>
          <p:nvCxnSpPr>
            <p:cNvPr id="1030" name="Straight Connector 22">
              <a:extLst>
                <a:ext uri="{FF2B5EF4-FFF2-40B4-BE49-F238E27FC236}">
                  <a16:creationId xmlns:a16="http://schemas.microsoft.com/office/drawing/2014/main" id="{E1E4EAE4-988C-1D9B-D9C1-7D6B41CA80D9}"/>
                </a:ext>
              </a:extLst>
            </p:cNvPr>
            <p:cNvCxnSpPr>
              <a:cxnSpLocks/>
              <a:stCxn id="1028" idx="2"/>
              <a:endCxn id="1032" idx="0"/>
            </p:cNvCxnSpPr>
            <p:nvPr/>
          </p:nvCxnSpPr>
          <p:spPr>
            <a:xfrm>
              <a:off x="3931945" y="3711624"/>
              <a:ext cx="14818" cy="640111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1" name="Group 66">
              <a:extLst>
                <a:ext uri="{FF2B5EF4-FFF2-40B4-BE49-F238E27FC236}">
                  <a16:creationId xmlns:a16="http://schemas.microsoft.com/office/drawing/2014/main" id="{546A82C6-4B81-15C0-D524-9DB01A667D98}"/>
                </a:ext>
              </a:extLst>
            </p:cNvPr>
            <p:cNvGrpSpPr/>
            <p:nvPr/>
          </p:nvGrpSpPr>
          <p:grpSpPr>
            <a:xfrm>
              <a:off x="3507883" y="4645325"/>
              <a:ext cx="877760" cy="877548"/>
              <a:chOff x="2700338" y="8651875"/>
              <a:chExt cx="6545262" cy="654367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1034" name="Freeform 18">
                <a:extLst>
                  <a:ext uri="{FF2B5EF4-FFF2-40B4-BE49-F238E27FC236}">
                    <a16:creationId xmlns:a16="http://schemas.microsoft.com/office/drawing/2014/main" id="{B954DEDC-757B-FEBF-F450-E5D22B7DF1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00338" y="10820400"/>
                <a:ext cx="4376737" cy="4375150"/>
              </a:xfrm>
              <a:custGeom>
                <a:avLst/>
                <a:gdLst>
                  <a:gd name="T0" fmla="*/ 477 w 1376"/>
                  <a:gd name="T1" fmla="*/ 1360 h 1376"/>
                  <a:gd name="T2" fmla="*/ 312 w 1376"/>
                  <a:gd name="T3" fmla="*/ 1212 h 1376"/>
                  <a:gd name="T4" fmla="*/ 237 w 1376"/>
                  <a:gd name="T5" fmla="*/ 1044 h 1376"/>
                  <a:gd name="T6" fmla="*/ 64 w 1376"/>
                  <a:gd name="T7" fmla="*/ 1013 h 1376"/>
                  <a:gd name="T8" fmla="*/ 51 w 1376"/>
                  <a:gd name="T9" fmla="*/ 793 h 1376"/>
                  <a:gd name="T10" fmla="*/ 117 w 1376"/>
                  <a:gd name="T11" fmla="*/ 621 h 1376"/>
                  <a:gd name="T12" fmla="*/ 16 w 1376"/>
                  <a:gd name="T13" fmla="*/ 476 h 1376"/>
                  <a:gd name="T14" fmla="*/ 164 w 1376"/>
                  <a:gd name="T15" fmla="*/ 312 h 1376"/>
                  <a:gd name="T16" fmla="*/ 332 w 1376"/>
                  <a:gd name="T17" fmla="*/ 237 h 1376"/>
                  <a:gd name="T18" fmla="*/ 363 w 1376"/>
                  <a:gd name="T19" fmla="*/ 63 h 1376"/>
                  <a:gd name="T20" fmla="*/ 583 w 1376"/>
                  <a:gd name="T21" fmla="*/ 51 h 1376"/>
                  <a:gd name="T22" fmla="*/ 755 w 1376"/>
                  <a:gd name="T23" fmla="*/ 116 h 1376"/>
                  <a:gd name="T24" fmla="*/ 900 w 1376"/>
                  <a:gd name="T25" fmla="*/ 16 h 1376"/>
                  <a:gd name="T26" fmla="*/ 1064 w 1376"/>
                  <a:gd name="T27" fmla="*/ 163 h 1376"/>
                  <a:gd name="T28" fmla="*/ 1139 w 1376"/>
                  <a:gd name="T29" fmla="*/ 331 h 1376"/>
                  <a:gd name="T30" fmla="*/ 1313 w 1376"/>
                  <a:gd name="T31" fmla="*/ 362 h 1376"/>
                  <a:gd name="T32" fmla="*/ 1360 w 1376"/>
                  <a:gd name="T33" fmla="*/ 476 h 1376"/>
                  <a:gd name="T34" fmla="*/ 1260 w 1376"/>
                  <a:gd name="T35" fmla="*/ 621 h 1376"/>
                  <a:gd name="T36" fmla="*/ 1325 w 1376"/>
                  <a:gd name="T37" fmla="*/ 793 h 1376"/>
                  <a:gd name="T38" fmla="*/ 1313 w 1376"/>
                  <a:gd name="T39" fmla="*/ 1013 h 1376"/>
                  <a:gd name="T40" fmla="*/ 1139 w 1376"/>
                  <a:gd name="T41" fmla="*/ 1044 h 1376"/>
                  <a:gd name="T42" fmla="*/ 1064 w 1376"/>
                  <a:gd name="T43" fmla="*/ 1212 h 1376"/>
                  <a:gd name="T44" fmla="*/ 900 w 1376"/>
                  <a:gd name="T45" fmla="*/ 1360 h 1376"/>
                  <a:gd name="T46" fmla="*/ 755 w 1376"/>
                  <a:gd name="T47" fmla="*/ 1259 h 1376"/>
                  <a:gd name="T48" fmla="*/ 583 w 1376"/>
                  <a:gd name="T49" fmla="*/ 1325 h 1376"/>
                  <a:gd name="T50" fmla="*/ 403 w 1376"/>
                  <a:gd name="T51" fmla="*/ 1230 h 1376"/>
                  <a:gd name="T52" fmla="*/ 544 w 1376"/>
                  <a:gd name="T53" fmla="*/ 1210 h 1376"/>
                  <a:gd name="T54" fmla="*/ 748 w 1376"/>
                  <a:gd name="T55" fmla="*/ 1167 h 1376"/>
                  <a:gd name="T56" fmla="*/ 870 w 1376"/>
                  <a:gd name="T57" fmla="*/ 1273 h 1376"/>
                  <a:gd name="T58" fmla="*/ 956 w 1376"/>
                  <a:gd name="T59" fmla="*/ 1159 h 1376"/>
                  <a:gd name="T60" fmla="*/ 1070 w 1376"/>
                  <a:gd name="T61" fmla="*/ 985 h 1376"/>
                  <a:gd name="T62" fmla="*/ 1230 w 1376"/>
                  <a:gd name="T63" fmla="*/ 973 h 1376"/>
                  <a:gd name="T64" fmla="*/ 1211 w 1376"/>
                  <a:gd name="T65" fmla="*/ 832 h 1376"/>
                  <a:gd name="T66" fmla="*/ 1168 w 1376"/>
                  <a:gd name="T67" fmla="*/ 628 h 1376"/>
                  <a:gd name="T68" fmla="*/ 1274 w 1376"/>
                  <a:gd name="T69" fmla="*/ 506 h 1376"/>
                  <a:gd name="T70" fmla="*/ 1160 w 1376"/>
                  <a:gd name="T71" fmla="*/ 420 h 1376"/>
                  <a:gd name="T72" fmla="*/ 986 w 1376"/>
                  <a:gd name="T73" fmla="*/ 306 h 1376"/>
                  <a:gd name="T74" fmla="*/ 974 w 1376"/>
                  <a:gd name="T75" fmla="*/ 146 h 1376"/>
                  <a:gd name="T76" fmla="*/ 833 w 1376"/>
                  <a:gd name="T77" fmla="*/ 165 h 1376"/>
                  <a:gd name="T78" fmla="*/ 629 w 1376"/>
                  <a:gd name="T79" fmla="*/ 208 h 1376"/>
                  <a:gd name="T80" fmla="*/ 507 w 1376"/>
                  <a:gd name="T81" fmla="*/ 102 h 1376"/>
                  <a:gd name="T82" fmla="*/ 421 w 1376"/>
                  <a:gd name="T83" fmla="*/ 216 h 1376"/>
                  <a:gd name="T84" fmla="*/ 307 w 1376"/>
                  <a:gd name="T85" fmla="*/ 390 h 1376"/>
                  <a:gd name="T86" fmla="*/ 146 w 1376"/>
                  <a:gd name="T87" fmla="*/ 402 h 1376"/>
                  <a:gd name="T88" fmla="*/ 166 w 1376"/>
                  <a:gd name="T89" fmla="*/ 543 h 1376"/>
                  <a:gd name="T90" fmla="*/ 209 w 1376"/>
                  <a:gd name="T91" fmla="*/ 747 h 1376"/>
                  <a:gd name="T92" fmla="*/ 103 w 1376"/>
                  <a:gd name="T93" fmla="*/ 869 h 1376"/>
                  <a:gd name="T94" fmla="*/ 217 w 1376"/>
                  <a:gd name="T95" fmla="*/ 955 h 1376"/>
                  <a:gd name="T96" fmla="*/ 391 w 1376"/>
                  <a:gd name="T97" fmla="*/ 1069 h 1376"/>
                  <a:gd name="T98" fmla="*/ 403 w 1376"/>
                  <a:gd name="T99" fmla="*/ 1230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376" h="1376">
                    <a:moveTo>
                      <a:pt x="509" y="1366"/>
                    </a:moveTo>
                    <a:cubicBezTo>
                      <a:pt x="498" y="1366"/>
                      <a:pt x="487" y="1364"/>
                      <a:pt x="477" y="1360"/>
                    </a:cubicBezTo>
                    <a:cubicBezTo>
                      <a:pt x="363" y="1312"/>
                      <a:pt x="363" y="1312"/>
                      <a:pt x="363" y="1312"/>
                    </a:cubicBezTo>
                    <a:cubicBezTo>
                      <a:pt x="324" y="1296"/>
                      <a:pt x="302" y="1253"/>
                      <a:pt x="312" y="1212"/>
                    </a:cubicBezTo>
                    <a:cubicBezTo>
                      <a:pt x="319" y="1188"/>
                      <a:pt x="325" y="1163"/>
                      <a:pt x="332" y="1139"/>
                    </a:cubicBezTo>
                    <a:cubicBezTo>
                      <a:pt x="297" y="1111"/>
                      <a:pt x="265" y="1079"/>
                      <a:pt x="237" y="1044"/>
                    </a:cubicBezTo>
                    <a:cubicBezTo>
                      <a:pt x="213" y="1051"/>
                      <a:pt x="188" y="1057"/>
                      <a:pt x="164" y="1064"/>
                    </a:cubicBezTo>
                    <a:cubicBezTo>
                      <a:pt x="123" y="1074"/>
                      <a:pt x="80" y="1052"/>
                      <a:pt x="64" y="1013"/>
                    </a:cubicBezTo>
                    <a:cubicBezTo>
                      <a:pt x="16" y="899"/>
                      <a:pt x="16" y="899"/>
                      <a:pt x="16" y="899"/>
                    </a:cubicBezTo>
                    <a:cubicBezTo>
                      <a:pt x="0" y="860"/>
                      <a:pt x="15" y="815"/>
                      <a:pt x="51" y="793"/>
                    </a:cubicBezTo>
                    <a:cubicBezTo>
                      <a:pt x="73" y="780"/>
                      <a:pt x="95" y="767"/>
                      <a:pt x="117" y="754"/>
                    </a:cubicBezTo>
                    <a:cubicBezTo>
                      <a:pt x="112" y="710"/>
                      <a:pt x="112" y="665"/>
                      <a:pt x="117" y="621"/>
                    </a:cubicBezTo>
                    <a:cubicBezTo>
                      <a:pt x="95" y="608"/>
                      <a:pt x="73" y="595"/>
                      <a:pt x="51" y="582"/>
                    </a:cubicBezTo>
                    <a:cubicBezTo>
                      <a:pt x="15" y="561"/>
                      <a:pt x="0" y="515"/>
                      <a:pt x="16" y="476"/>
                    </a:cubicBezTo>
                    <a:cubicBezTo>
                      <a:pt x="64" y="362"/>
                      <a:pt x="64" y="362"/>
                      <a:pt x="64" y="362"/>
                    </a:cubicBezTo>
                    <a:cubicBezTo>
                      <a:pt x="80" y="323"/>
                      <a:pt x="123" y="301"/>
                      <a:pt x="164" y="312"/>
                    </a:cubicBezTo>
                    <a:cubicBezTo>
                      <a:pt x="188" y="318"/>
                      <a:pt x="213" y="324"/>
                      <a:pt x="237" y="331"/>
                    </a:cubicBezTo>
                    <a:cubicBezTo>
                      <a:pt x="265" y="296"/>
                      <a:pt x="297" y="264"/>
                      <a:pt x="332" y="237"/>
                    </a:cubicBezTo>
                    <a:cubicBezTo>
                      <a:pt x="325" y="212"/>
                      <a:pt x="319" y="187"/>
                      <a:pt x="312" y="163"/>
                    </a:cubicBezTo>
                    <a:cubicBezTo>
                      <a:pt x="302" y="122"/>
                      <a:pt x="324" y="79"/>
                      <a:pt x="363" y="63"/>
                    </a:cubicBezTo>
                    <a:cubicBezTo>
                      <a:pt x="477" y="16"/>
                      <a:pt x="477" y="16"/>
                      <a:pt x="477" y="16"/>
                    </a:cubicBezTo>
                    <a:cubicBezTo>
                      <a:pt x="516" y="0"/>
                      <a:pt x="561" y="15"/>
                      <a:pt x="583" y="51"/>
                    </a:cubicBezTo>
                    <a:cubicBezTo>
                      <a:pt x="596" y="72"/>
                      <a:pt x="609" y="94"/>
                      <a:pt x="622" y="116"/>
                    </a:cubicBezTo>
                    <a:cubicBezTo>
                      <a:pt x="666" y="111"/>
                      <a:pt x="711" y="111"/>
                      <a:pt x="755" y="116"/>
                    </a:cubicBezTo>
                    <a:cubicBezTo>
                      <a:pt x="768" y="94"/>
                      <a:pt x="781" y="72"/>
                      <a:pt x="794" y="51"/>
                    </a:cubicBezTo>
                    <a:cubicBezTo>
                      <a:pt x="815" y="15"/>
                      <a:pt x="861" y="0"/>
                      <a:pt x="900" y="16"/>
                    </a:cubicBezTo>
                    <a:cubicBezTo>
                      <a:pt x="1014" y="63"/>
                      <a:pt x="1014" y="63"/>
                      <a:pt x="1014" y="63"/>
                    </a:cubicBezTo>
                    <a:cubicBezTo>
                      <a:pt x="1053" y="79"/>
                      <a:pt x="1075" y="122"/>
                      <a:pt x="1064" y="163"/>
                    </a:cubicBezTo>
                    <a:cubicBezTo>
                      <a:pt x="1058" y="187"/>
                      <a:pt x="1052" y="212"/>
                      <a:pt x="1045" y="237"/>
                    </a:cubicBezTo>
                    <a:cubicBezTo>
                      <a:pt x="1080" y="264"/>
                      <a:pt x="1112" y="296"/>
                      <a:pt x="1139" y="331"/>
                    </a:cubicBezTo>
                    <a:cubicBezTo>
                      <a:pt x="1164" y="324"/>
                      <a:pt x="1189" y="318"/>
                      <a:pt x="1213" y="312"/>
                    </a:cubicBezTo>
                    <a:cubicBezTo>
                      <a:pt x="1254" y="301"/>
                      <a:pt x="1297" y="323"/>
                      <a:pt x="1313" y="362"/>
                    </a:cubicBezTo>
                    <a:cubicBezTo>
                      <a:pt x="1360" y="476"/>
                      <a:pt x="1360" y="476"/>
                      <a:pt x="1360" y="476"/>
                    </a:cubicBezTo>
                    <a:cubicBezTo>
                      <a:pt x="1360" y="476"/>
                      <a:pt x="1360" y="476"/>
                      <a:pt x="1360" y="476"/>
                    </a:cubicBezTo>
                    <a:cubicBezTo>
                      <a:pt x="1376" y="515"/>
                      <a:pt x="1361" y="561"/>
                      <a:pt x="1325" y="582"/>
                    </a:cubicBezTo>
                    <a:cubicBezTo>
                      <a:pt x="1304" y="595"/>
                      <a:pt x="1282" y="608"/>
                      <a:pt x="1260" y="621"/>
                    </a:cubicBezTo>
                    <a:cubicBezTo>
                      <a:pt x="1265" y="665"/>
                      <a:pt x="1265" y="710"/>
                      <a:pt x="1260" y="754"/>
                    </a:cubicBezTo>
                    <a:cubicBezTo>
                      <a:pt x="1282" y="767"/>
                      <a:pt x="1304" y="780"/>
                      <a:pt x="1325" y="793"/>
                    </a:cubicBezTo>
                    <a:cubicBezTo>
                      <a:pt x="1361" y="815"/>
                      <a:pt x="1376" y="860"/>
                      <a:pt x="1360" y="899"/>
                    </a:cubicBezTo>
                    <a:cubicBezTo>
                      <a:pt x="1313" y="1013"/>
                      <a:pt x="1313" y="1013"/>
                      <a:pt x="1313" y="1013"/>
                    </a:cubicBezTo>
                    <a:cubicBezTo>
                      <a:pt x="1297" y="1052"/>
                      <a:pt x="1254" y="1074"/>
                      <a:pt x="1213" y="1064"/>
                    </a:cubicBezTo>
                    <a:cubicBezTo>
                      <a:pt x="1189" y="1057"/>
                      <a:pt x="1164" y="1051"/>
                      <a:pt x="1139" y="1044"/>
                    </a:cubicBezTo>
                    <a:cubicBezTo>
                      <a:pt x="1112" y="1079"/>
                      <a:pt x="1080" y="1111"/>
                      <a:pt x="1045" y="1139"/>
                    </a:cubicBezTo>
                    <a:cubicBezTo>
                      <a:pt x="1052" y="1164"/>
                      <a:pt x="1058" y="1188"/>
                      <a:pt x="1064" y="1212"/>
                    </a:cubicBezTo>
                    <a:cubicBezTo>
                      <a:pt x="1075" y="1253"/>
                      <a:pt x="1053" y="1296"/>
                      <a:pt x="1014" y="1312"/>
                    </a:cubicBezTo>
                    <a:cubicBezTo>
                      <a:pt x="900" y="1360"/>
                      <a:pt x="900" y="1360"/>
                      <a:pt x="900" y="1360"/>
                    </a:cubicBezTo>
                    <a:cubicBezTo>
                      <a:pt x="861" y="1376"/>
                      <a:pt x="815" y="1361"/>
                      <a:pt x="794" y="1325"/>
                    </a:cubicBezTo>
                    <a:cubicBezTo>
                      <a:pt x="781" y="1303"/>
                      <a:pt x="768" y="1281"/>
                      <a:pt x="755" y="1259"/>
                    </a:cubicBezTo>
                    <a:cubicBezTo>
                      <a:pt x="711" y="1264"/>
                      <a:pt x="666" y="1264"/>
                      <a:pt x="622" y="1259"/>
                    </a:cubicBezTo>
                    <a:cubicBezTo>
                      <a:pt x="609" y="1281"/>
                      <a:pt x="596" y="1303"/>
                      <a:pt x="583" y="1325"/>
                    </a:cubicBezTo>
                    <a:cubicBezTo>
                      <a:pt x="567" y="1351"/>
                      <a:pt x="539" y="1366"/>
                      <a:pt x="509" y="1366"/>
                    </a:cubicBezTo>
                    <a:close/>
                    <a:moveTo>
                      <a:pt x="403" y="1230"/>
                    </a:moveTo>
                    <a:cubicBezTo>
                      <a:pt x="507" y="1273"/>
                      <a:pt x="507" y="1273"/>
                      <a:pt x="507" y="1273"/>
                    </a:cubicBezTo>
                    <a:cubicBezTo>
                      <a:pt x="519" y="1252"/>
                      <a:pt x="532" y="1231"/>
                      <a:pt x="544" y="1210"/>
                    </a:cubicBezTo>
                    <a:cubicBezTo>
                      <a:pt x="562" y="1180"/>
                      <a:pt x="595" y="1163"/>
                      <a:pt x="629" y="1167"/>
                    </a:cubicBezTo>
                    <a:cubicBezTo>
                      <a:pt x="669" y="1172"/>
                      <a:pt x="708" y="1172"/>
                      <a:pt x="748" y="1167"/>
                    </a:cubicBezTo>
                    <a:cubicBezTo>
                      <a:pt x="782" y="1163"/>
                      <a:pt x="815" y="1180"/>
                      <a:pt x="833" y="1210"/>
                    </a:cubicBezTo>
                    <a:cubicBezTo>
                      <a:pt x="845" y="1231"/>
                      <a:pt x="857" y="1252"/>
                      <a:pt x="870" y="1273"/>
                    </a:cubicBezTo>
                    <a:cubicBezTo>
                      <a:pt x="974" y="1230"/>
                      <a:pt x="974" y="1230"/>
                      <a:pt x="974" y="1230"/>
                    </a:cubicBezTo>
                    <a:cubicBezTo>
                      <a:pt x="968" y="1206"/>
                      <a:pt x="962" y="1183"/>
                      <a:pt x="956" y="1159"/>
                    </a:cubicBezTo>
                    <a:cubicBezTo>
                      <a:pt x="947" y="1125"/>
                      <a:pt x="958" y="1090"/>
                      <a:pt x="986" y="1069"/>
                    </a:cubicBezTo>
                    <a:cubicBezTo>
                      <a:pt x="1017" y="1044"/>
                      <a:pt x="1045" y="1016"/>
                      <a:pt x="1070" y="985"/>
                    </a:cubicBezTo>
                    <a:cubicBezTo>
                      <a:pt x="1091" y="958"/>
                      <a:pt x="1126" y="946"/>
                      <a:pt x="1160" y="955"/>
                    </a:cubicBezTo>
                    <a:cubicBezTo>
                      <a:pt x="1183" y="961"/>
                      <a:pt x="1207" y="967"/>
                      <a:pt x="1230" y="973"/>
                    </a:cubicBezTo>
                    <a:cubicBezTo>
                      <a:pt x="1274" y="869"/>
                      <a:pt x="1274" y="869"/>
                      <a:pt x="1274" y="869"/>
                    </a:cubicBezTo>
                    <a:cubicBezTo>
                      <a:pt x="1253" y="856"/>
                      <a:pt x="1232" y="844"/>
                      <a:pt x="1211" y="832"/>
                    </a:cubicBezTo>
                    <a:cubicBezTo>
                      <a:pt x="1181" y="814"/>
                      <a:pt x="1164" y="781"/>
                      <a:pt x="1168" y="747"/>
                    </a:cubicBezTo>
                    <a:cubicBezTo>
                      <a:pt x="1173" y="707"/>
                      <a:pt x="1173" y="668"/>
                      <a:pt x="1168" y="628"/>
                    </a:cubicBezTo>
                    <a:cubicBezTo>
                      <a:pt x="1164" y="594"/>
                      <a:pt x="1181" y="561"/>
                      <a:pt x="1211" y="543"/>
                    </a:cubicBezTo>
                    <a:cubicBezTo>
                      <a:pt x="1232" y="531"/>
                      <a:pt x="1253" y="519"/>
                      <a:pt x="1274" y="506"/>
                    </a:cubicBezTo>
                    <a:cubicBezTo>
                      <a:pt x="1230" y="402"/>
                      <a:pt x="1230" y="402"/>
                      <a:pt x="1230" y="402"/>
                    </a:cubicBezTo>
                    <a:cubicBezTo>
                      <a:pt x="1207" y="408"/>
                      <a:pt x="1183" y="414"/>
                      <a:pt x="1160" y="420"/>
                    </a:cubicBezTo>
                    <a:cubicBezTo>
                      <a:pt x="1126" y="429"/>
                      <a:pt x="1091" y="418"/>
                      <a:pt x="1070" y="390"/>
                    </a:cubicBezTo>
                    <a:cubicBezTo>
                      <a:pt x="1045" y="359"/>
                      <a:pt x="1017" y="331"/>
                      <a:pt x="986" y="306"/>
                    </a:cubicBezTo>
                    <a:cubicBezTo>
                      <a:pt x="958" y="285"/>
                      <a:pt x="947" y="250"/>
                      <a:pt x="956" y="216"/>
                    </a:cubicBezTo>
                    <a:cubicBezTo>
                      <a:pt x="962" y="193"/>
                      <a:pt x="968" y="169"/>
                      <a:pt x="974" y="146"/>
                    </a:cubicBezTo>
                    <a:cubicBezTo>
                      <a:pt x="870" y="102"/>
                      <a:pt x="870" y="102"/>
                      <a:pt x="870" y="102"/>
                    </a:cubicBezTo>
                    <a:cubicBezTo>
                      <a:pt x="857" y="123"/>
                      <a:pt x="845" y="144"/>
                      <a:pt x="833" y="165"/>
                    </a:cubicBezTo>
                    <a:cubicBezTo>
                      <a:pt x="815" y="195"/>
                      <a:pt x="782" y="212"/>
                      <a:pt x="748" y="208"/>
                    </a:cubicBezTo>
                    <a:cubicBezTo>
                      <a:pt x="708" y="203"/>
                      <a:pt x="668" y="203"/>
                      <a:pt x="629" y="208"/>
                    </a:cubicBezTo>
                    <a:cubicBezTo>
                      <a:pt x="595" y="212"/>
                      <a:pt x="561" y="195"/>
                      <a:pt x="544" y="165"/>
                    </a:cubicBezTo>
                    <a:cubicBezTo>
                      <a:pt x="532" y="144"/>
                      <a:pt x="519" y="123"/>
                      <a:pt x="507" y="102"/>
                    </a:cubicBezTo>
                    <a:cubicBezTo>
                      <a:pt x="403" y="146"/>
                      <a:pt x="403" y="146"/>
                      <a:pt x="403" y="146"/>
                    </a:cubicBezTo>
                    <a:cubicBezTo>
                      <a:pt x="409" y="169"/>
                      <a:pt x="415" y="193"/>
                      <a:pt x="421" y="216"/>
                    </a:cubicBezTo>
                    <a:cubicBezTo>
                      <a:pt x="430" y="250"/>
                      <a:pt x="418" y="285"/>
                      <a:pt x="391" y="306"/>
                    </a:cubicBezTo>
                    <a:cubicBezTo>
                      <a:pt x="360" y="331"/>
                      <a:pt x="332" y="359"/>
                      <a:pt x="307" y="390"/>
                    </a:cubicBezTo>
                    <a:cubicBezTo>
                      <a:pt x="286" y="418"/>
                      <a:pt x="251" y="429"/>
                      <a:pt x="217" y="420"/>
                    </a:cubicBezTo>
                    <a:cubicBezTo>
                      <a:pt x="193" y="414"/>
                      <a:pt x="170" y="408"/>
                      <a:pt x="146" y="402"/>
                    </a:cubicBezTo>
                    <a:cubicBezTo>
                      <a:pt x="103" y="506"/>
                      <a:pt x="103" y="506"/>
                      <a:pt x="103" y="506"/>
                    </a:cubicBezTo>
                    <a:cubicBezTo>
                      <a:pt x="124" y="519"/>
                      <a:pt x="145" y="531"/>
                      <a:pt x="166" y="543"/>
                    </a:cubicBezTo>
                    <a:cubicBezTo>
                      <a:pt x="196" y="561"/>
                      <a:pt x="213" y="594"/>
                      <a:pt x="209" y="628"/>
                    </a:cubicBezTo>
                    <a:cubicBezTo>
                      <a:pt x="204" y="668"/>
                      <a:pt x="204" y="708"/>
                      <a:pt x="209" y="747"/>
                    </a:cubicBezTo>
                    <a:cubicBezTo>
                      <a:pt x="213" y="781"/>
                      <a:pt x="196" y="815"/>
                      <a:pt x="166" y="832"/>
                    </a:cubicBezTo>
                    <a:cubicBezTo>
                      <a:pt x="145" y="844"/>
                      <a:pt x="124" y="856"/>
                      <a:pt x="103" y="869"/>
                    </a:cubicBezTo>
                    <a:cubicBezTo>
                      <a:pt x="146" y="973"/>
                      <a:pt x="146" y="973"/>
                      <a:pt x="146" y="973"/>
                    </a:cubicBezTo>
                    <a:cubicBezTo>
                      <a:pt x="170" y="968"/>
                      <a:pt x="193" y="961"/>
                      <a:pt x="217" y="955"/>
                    </a:cubicBezTo>
                    <a:cubicBezTo>
                      <a:pt x="251" y="946"/>
                      <a:pt x="286" y="958"/>
                      <a:pt x="307" y="985"/>
                    </a:cubicBezTo>
                    <a:cubicBezTo>
                      <a:pt x="332" y="1016"/>
                      <a:pt x="360" y="1044"/>
                      <a:pt x="391" y="1069"/>
                    </a:cubicBezTo>
                    <a:cubicBezTo>
                      <a:pt x="418" y="1090"/>
                      <a:pt x="430" y="1125"/>
                      <a:pt x="421" y="1159"/>
                    </a:cubicBezTo>
                    <a:cubicBezTo>
                      <a:pt x="415" y="1183"/>
                      <a:pt x="409" y="1206"/>
                      <a:pt x="403" y="123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5" name="Freeform 19">
                <a:extLst>
                  <a:ext uri="{FF2B5EF4-FFF2-40B4-BE49-F238E27FC236}">
                    <a16:creationId xmlns:a16="http://schemas.microsoft.com/office/drawing/2014/main" id="{CAA72D20-BB1F-33CD-5681-581F1D7160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2375" y="11879263"/>
                <a:ext cx="2255837" cy="2120900"/>
              </a:xfrm>
              <a:custGeom>
                <a:avLst/>
                <a:gdLst>
                  <a:gd name="T0" fmla="*/ 354 w 709"/>
                  <a:gd name="T1" fmla="*/ 667 h 667"/>
                  <a:gd name="T2" fmla="*/ 235 w 709"/>
                  <a:gd name="T3" fmla="*/ 643 h 667"/>
                  <a:gd name="T4" fmla="*/ 66 w 709"/>
                  <a:gd name="T5" fmla="*/ 474 h 667"/>
                  <a:gd name="T6" fmla="*/ 235 w 709"/>
                  <a:gd name="T7" fmla="*/ 66 h 667"/>
                  <a:gd name="T8" fmla="*/ 643 w 709"/>
                  <a:gd name="T9" fmla="*/ 235 h 667"/>
                  <a:gd name="T10" fmla="*/ 643 w 709"/>
                  <a:gd name="T11" fmla="*/ 235 h 667"/>
                  <a:gd name="T12" fmla="*/ 474 w 709"/>
                  <a:gd name="T13" fmla="*/ 643 h 667"/>
                  <a:gd name="T14" fmla="*/ 354 w 709"/>
                  <a:gd name="T15" fmla="*/ 667 h 667"/>
                  <a:gd name="T16" fmla="*/ 354 w 709"/>
                  <a:gd name="T17" fmla="*/ 134 h 667"/>
                  <a:gd name="T18" fmla="*/ 270 w 709"/>
                  <a:gd name="T19" fmla="*/ 151 h 667"/>
                  <a:gd name="T20" fmla="*/ 150 w 709"/>
                  <a:gd name="T21" fmla="*/ 439 h 667"/>
                  <a:gd name="T22" fmla="*/ 270 w 709"/>
                  <a:gd name="T23" fmla="*/ 559 h 667"/>
                  <a:gd name="T24" fmla="*/ 439 w 709"/>
                  <a:gd name="T25" fmla="*/ 559 h 667"/>
                  <a:gd name="T26" fmla="*/ 558 w 709"/>
                  <a:gd name="T27" fmla="*/ 270 h 667"/>
                  <a:gd name="T28" fmla="*/ 354 w 709"/>
                  <a:gd name="T29" fmla="*/ 134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9" h="667">
                    <a:moveTo>
                      <a:pt x="354" y="667"/>
                    </a:moveTo>
                    <a:cubicBezTo>
                      <a:pt x="314" y="667"/>
                      <a:pt x="273" y="659"/>
                      <a:pt x="235" y="643"/>
                    </a:cubicBezTo>
                    <a:cubicBezTo>
                      <a:pt x="158" y="611"/>
                      <a:pt x="98" y="551"/>
                      <a:pt x="66" y="474"/>
                    </a:cubicBezTo>
                    <a:cubicBezTo>
                      <a:pt x="0" y="315"/>
                      <a:pt x="76" y="132"/>
                      <a:pt x="235" y="66"/>
                    </a:cubicBezTo>
                    <a:cubicBezTo>
                      <a:pt x="394" y="0"/>
                      <a:pt x="577" y="76"/>
                      <a:pt x="643" y="235"/>
                    </a:cubicBezTo>
                    <a:cubicBezTo>
                      <a:pt x="643" y="235"/>
                      <a:pt x="643" y="235"/>
                      <a:pt x="643" y="235"/>
                    </a:cubicBezTo>
                    <a:cubicBezTo>
                      <a:pt x="709" y="394"/>
                      <a:pt x="633" y="577"/>
                      <a:pt x="474" y="643"/>
                    </a:cubicBezTo>
                    <a:cubicBezTo>
                      <a:pt x="435" y="659"/>
                      <a:pt x="395" y="667"/>
                      <a:pt x="354" y="667"/>
                    </a:cubicBezTo>
                    <a:close/>
                    <a:moveTo>
                      <a:pt x="354" y="134"/>
                    </a:moveTo>
                    <a:cubicBezTo>
                      <a:pt x="326" y="134"/>
                      <a:pt x="297" y="139"/>
                      <a:pt x="270" y="151"/>
                    </a:cubicBezTo>
                    <a:cubicBezTo>
                      <a:pt x="157" y="197"/>
                      <a:pt x="104" y="327"/>
                      <a:pt x="150" y="439"/>
                    </a:cubicBezTo>
                    <a:cubicBezTo>
                      <a:pt x="173" y="494"/>
                      <a:pt x="215" y="536"/>
                      <a:pt x="270" y="559"/>
                    </a:cubicBezTo>
                    <a:cubicBezTo>
                      <a:pt x="324" y="581"/>
                      <a:pt x="384" y="581"/>
                      <a:pt x="439" y="559"/>
                    </a:cubicBezTo>
                    <a:cubicBezTo>
                      <a:pt x="551" y="512"/>
                      <a:pt x="605" y="383"/>
                      <a:pt x="558" y="270"/>
                    </a:cubicBezTo>
                    <a:cubicBezTo>
                      <a:pt x="523" y="185"/>
                      <a:pt x="441" y="134"/>
                      <a:pt x="354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6" name="Freeform 20">
                <a:extLst>
                  <a:ext uri="{FF2B5EF4-FFF2-40B4-BE49-F238E27FC236}">
                    <a16:creationId xmlns:a16="http://schemas.microsoft.com/office/drawing/2014/main" id="{039EED7D-339E-C734-CE7E-BED62E32A3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34075" y="8651875"/>
                <a:ext cx="3311525" cy="3309938"/>
              </a:xfrm>
              <a:custGeom>
                <a:avLst/>
                <a:gdLst>
                  <a:gd name="T0" fmla="*/ 476 w 1041"/>
                  <a:gd name="T1" fmla="*/ 1041 h 1041"/>
                  <a:gd name="T2" fmla="*/ 397 w 1041"/>
                  <a:gd name="T3" fmla="*/ 930 h 1041"/>
                  <a:gd name="T4" fmla="*/ 279 w 1041"/>
                  <a:gd name="T5" fmla="*/ 927 h 1041"/>
                  <a:gd name="T6" fmla="*/ 121 w 1041"/>
                  <a:gd name="T7" fmla="*/ 857 h 1041"/>
                  <a:gd name="T8" fmla="*/ 143 w 1041"/>
                  <a:gd name="T9" fmla="*/ 723 h 1041"/>
                  <a:gd name="T10" fmla="*/ 62 w 1041"/>
                  <a:gd name="T11" fmla="*/ 637 h 1041"/>
                  <a:gd name="T12" fmla="*/ 0 w 1041"/>
                  <a:gd name="T13" fmla="*/ 476 h 1041"/>
                  <a:gd name="T14" fmla="*/ 111 w 1041"/>
                  <a:gd name="T15" fmla="*/ 397 h 1041"/>
                  <a:gd name="T16" fmla="*/ 114 w 1041"/>
                  <a:gd name="T17" fmla="*/ 279 h 1041"/>
                  <a:gd name="T18" fmla="*/ 184 w 1041"/>
                  <a:gd name="T19" fmla="*/ 121 h 1041"/>
                  <a:gd name="T20" fmla="*/ 318 w 1041"/>
                  <a:gd name="T21" fmla="*/ 143 h 1041"/>
                  <a:gd name="T22" fmla="*/ 404 w 1041"/>
                  <a:gd name="T23" fmla="*/ 62 h 1041"/>
                  <a:gd name="T24" fmla="*/ 565 w 1041"/>
                  <a:gd name="T25" fmla="*/ 0 h 1041"/>
                  <a:gd name="T26" fmla="*/ 644 w 1041"/>
                  <a:gd name="T27" fmla="*/ 110 h 1041"/>
                  <a:gd name="T28" fmla="*/ 762 w 1041"/>
                  <a:gd name="T29" fmla="*/ 114 h 1041"/>
                  <a:gd name="T30" fmla="*/ 920 w 1041"/>
                  <a:gd name="T31" fmla="*/ 184 h 1041"/>
                  <a:gd name="T32" fmla="*/ 898 w 1041"/>
                  <a:gd name="T33" fmla="*/ 318 h 1041"/>
                  <a:gd name="T34" fmla="*/ 979 w 1041"/>
                  <a:gd name="T35" fmla="*/ 404 h 1041"/>
                  <a:gd name="T36" fmla="*/ 1041 w 1041"/>
                  <a:gd name="T37" fmla="*/ 565 h 1041"/>
                  <a:gd name="T38" fmla="*/ 931 w 1041"/>
                  <a:gd name="T39" fmla="*/ 644 h 1041"/>
                  <a:gd name="T40" fmla="*/ 927 w 1041"/>
                  <a:gd name="T41" fmla="*/ 762 h 1041"/>
                  <a:gd name="T42" fmla="*/ 857 w 1041"/>
                  <a:gd name="T43" fmla="*/ 920 h 1041"/>
                  <a:gd name="T44" fmla="*/ 723 w 1041"/>
                  <a:gd name="T45" fmla="*/ 898 h 1041"/>
                  <a:gd name="T46" fmla="*/ 637 w 1041"/>
                  <a:gd name="T47" fmla="*/ 979 h 1041"/>
                  <a:gd name="T48" fmla="*/ 488 w 1041"/>
                  <a:gd name="T49" fmla="*/ 954 h 1041"/>
                  <a:gd name="T50" fmla="*/ 559 w 1041"/>
                  <a:gd name="T51" fmla="*/ 910 h 1041"/>
                  <a:gd name="T52" fmla="*/ 689 w 1041"/>
                  <a:gd name="T53" fmla="*/ 817 h 1041"/>
                  <a:gd name="T54" fmla="*/ 804 w 1041"/>
                  <a:gd name="T55" fmla="*/ 849 h 1041"/>
                  <a:gd name="T56" fmla="*/ 823 w 1041"/>
                  <a:gd name="T57" fmla="*/ 769 h 1041"/>
                  <a:gd name="T58" fmla="*/ 850 w 1041"/>
                  <a:gd name="T59" fmla="*/ 611 h 1041"/>
                  <a:gd name="T60" fmla="*/ 954 w 1041"/>
                  <a:gd name="T61" fmla="*/ 553 h 1041"/>
                  <a:gd name="T62" fmla="*/ 910 w 1041"/>
                  <a:gd name="T63" fmla="*/ 482 h 1041"/>
                  <a:gd name="T64" fmla="*/ 817 w 1041"/>
                  <a:gd name="T65" fmla="*/ 352 h 1041"/>
                  <a:gd name="T66" fmla="*/ 850 w 1041"/>
                  <a:gd name="T67" fmla="*/ 237 h 1041"/>
                  <a:gd name="T68" fmla="*/ 769 w 1041"/>
                  <a:gd name="T69" fmla="*/ 218 h 1041"/>
                  <a:gd name="T70" fmla="*/ 612 w 1041"/>
                  <a:gd name="T71" fmla="*/ 191 h 1041"/>
                  <a:gd name="T72" fmla="*/ 553 w 1041"/>
                  <a:gd name="T73" fmla="*/ 87 h 1041"/>
                  <a:gd name="T74" fmla="*/ 482 w 1041"/>
                  <a:gd name="T75" fmla="*/ 131 h 1041"/>
                  <a:gd name="T76" fmla="*/ 353 w 1041"/>
                  <a:gd name="T77" fmla="*/ 224 h 1041"/>
                  <a:gd name="T78" fmla="*/ 237 w 1041"/>
                  <a:gd name="T79" fmla="*/ 191 h 1041"/>
                  <a:gd name="T80" fmla="*/ 218 w 1041"/>
                  <a:gd name="T81" fmla="*/ 272 h 1041"/>
                  <a:gd name="T82" fmla="*/ 192 w 1041"/>
                  <a:gd name="T83" fmla="*/ 429 h 1041"/>
                  <a:gd name="T84" fmla="*/ 87 w 1041"/>
                  <a:gd name="T85" fmla="*/ 488 h 1041"/>
                  <a:gd name="T86" fmla="*/ 131 w 1041"/>
                  <a:gd name="T87" fmla="*/ 559 h 1041"/>
                  <a:gd name="T88" fmla="*/ 224 w 1041"/>
                  <a:gd name="T89" fmla="*/ 688 h 1041"/>
                  <a:gd name="T90" fmla="*/ 192 w 1041"/>
                  <a:gd name="T91" fmla="*/ 804 h 1041"/>
                  <a:gd name="T92" fmla="*/ 272 w 1041"/>
                  <a:gd name="T93" fmla="*/ 823 h 1041"/>
                  <a:gd name="T94" fmla="*/ 430 w 1041"/>
                  <a:gd name="T95" fmla="*/ 849 h 1041"/>
                  <a:gd name="T96" fmla="*/ 488 w 1041"/>
                  <a:gd name="T97" fmla="*/ 954 h 10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041" h="1041">
                    <a:moveTo>
                      <a:pt x="565" y="1041"/>
                    </a:moveTo>
                    <a:cubicBezTo>
                      <a:pt x="476" y="1041"/>
                      <a:pt x="476" y="1041"/>
                      <a:pt x="476" y="1041"/>
                    </a:cubicBezTo>
                    <a:cubicBezTo>
                      <a:pt x="440" y="1041"/>
                      <a:pt x="409" y="1014"/>
                      <a:pt x="404" y="979"/>
                    </a:cubicBezTo>
                    <a:cubicBezTo>
                      <a:pt x="402" y="963"/>
                      <a:pt x="399" y="947"/>
                      <a:pt x="397" y="930"/>
                    </a:cubicBezTo>
                    <a:cubicBezTo>
                      <a:pt x="370" y="922"/>
                      <a:pt x="343" y="911"/>
                      <a:pt x="318" y="898"/>
                    </a:cubicBezTo>
                    <a:cubicBezTo>
                      <a:pt x="305" y="907"/>
                      <a:pt x="292" y="917"/>
                      <a:pt x="279" y="927"/>
                    </a:cubicBezTo>
                    <a:cubicBezTo>
                      <a:pt x="250" y="948"/>
                      <a:pt x="210" y="945"/>
                      <a:pt x="184" y="920"/>
                    </a:cubicBezTo>
                    <a:cubicBezTo>
                      <a:pt x="121" y="857"/>
                      <a:pt x="121" y="857"/>
                      <a:pt x="121" y="857"/>
                    </a:cubicBezTo>
                    <a:cubicBezTo>
                      <a:pt x="96" y="831"/>
                      <a:pt x="93" y="791"/>
                      <a:pt x="114" y="762"/>
                    </a:cubicBezTo>
                    <a:cubicBezTo>
                      <a:pt x="124" y="749"/>
                      <a:pt x="133" y="736"/>
                      <a:pt x="143" y="723"/>
                    </a:cubicBezTo>
                    <a:cubicBezTo>
                      <a:pt x="130" y="698"/>
                      <a:pt x="119" y="671"/>
                      <a:pt x="111" y="644"/>
                    </a:cubicBezTo>
                    <a:cubicBezTo>
                      <a:pt x="94" y="642"/>
                      <a:pt x="78" y="639"/>
                      <a:pt x="62" y="637"/>
                    </a:cubicBezTo>
                    <a:cubicBezTo>
                      <a:pt x="27" y="632"/>
                      <a:pt x="0" y="601"/>
                      <a:pt x="0" y="565"/>
                    </a:cubicBezTo>
                    <a:cubicBezTo>
                      <a:pt x="0" y="476"/>
                      <a:pt x="0" y="476"/>
                      <a:pt x="0" y="476"/>
                    </a:cubicBezTo>
                    <a:cubicBezTo>
                      <a:pt x="0" y="440"/>
                      <a:pt x="27" y="409"/>
                      <a:pt x="62" y="404"/>
                    </a:cubicBezTo>
                    <a:cubicBezTo>
                      <a:pt x="78" y="401"/>
                      <a:pt x="94" y="399"/>
                      <a:pt x="111" y="397"/>
                    </a:cubicBezTo>
                    <a:cubicBezTo>
                      <a:pt x="119" y="369"/>
                      <a:pt x="130" y="343"/>
                      <a:pt x="143" y="318"/>
                    </a:cubicBezTo>
                    <a:cubicBezTo>
                      <a:pt x="133" y="305"/>
                      <a:pt x="124" y="291"/>
                      <a:pt x="114" y="279"/>
                    </a:cubicBezTo>
                    <a:cubicBezTo>
                      <a:pt x="93" y="250"/>
                      <a:pt x="96" y="209"/>
                      <a:pt x="121" y="184"/>
                    </a:cubicBezTo>
                    <a:cubicBezTo>
                      <a:pt x="184" y="121"/>
                      <a:pt x="184" y="121"/>
                      <a:pt x="184" y="121"/>
                    </a:cubicBezTo>
                    <a:cubicBezTo>
                      <a:pt x="210" y="96"/>
                      <a:pt x="250" y="92"/>
                      <a:pt x="279" y="114"/>
                    </a:cubicBezTo>
                    <a:cubicBezTo>
                      <a:pt x="292" y="123"/>
                      <a:pt x="305" y="133"/>
                      <a:pt x="318" y="143"/>
                    </a:cubicBezTo>
                    <a:cubicBezTo>
                      <a:pt x="343" y="129"/>
                      <a:pt x="370" y="118"/>
                      <a:pt x="397" y="110"/>
                    </a:cubicBezTo>
                    <a:cubicBezTo>
                      <a:pt x="399" y="94"/>
                      <a:pt x="402" y="78"/>
                      <a:pt x="404" y="62"/>
                    </a:cubicBezTo>
                    <a:cubicBezTo>
                      <a:pt x="409" y="27"/>
                      <a:pt x="440" y="0"/>
                      <a:pt x="476" y="0"/>
                    </a:cubicBezTo>
                    <a:cubicBezTo>
                      <a:pt x="565" y="0"/>
                      <a:pt x="565" y="0"/>
                      <a:pt x="565" y="0"/>
                    </a:cubicBezTo>
                    <a:cubicBezTo>
                      <a:pt x="601" y="0"/>
                      <a:pt x="632" y="27"/>
                      <a:pt x="637" y="62"/>
                    </a:cubicBezTo>
                    <a:cubicBezTo>
                      <a:pt x="640" y="78"/>
                      <a:pt x="642" y="94"/>
                      <a:pt x="644" y="110"/>
                    </a:cubicBezTo>
                    <a:cubicBezTo>
                      <a:pt x="672" y="118"/>
                      <a:pt x="698" y="129"/>
                      <a:pt x="723" y="143"/>
                    </a:cubicBezTo>
                    <a:cubicBezTo>
                      <a:pt x="736" y="133"/>
                      <a:pt x="750" y="123"/>
                      <a:pt x="762" y="114"/>
                    </a:cubicBezTo>
                    <a:cubicBezTo>
                      <a:pt x="791" y="92"/>
                      <a:pt x="832" y="96"/>
                      <a:pt x="857" y="121"/>
                    </a:cubicBezTo>
                    <a:cubicBezTo>
                      <a:pt x="920" y="184"/>
                      <a:pt x="920" y="184"/>
                      <a:pt x="920" y="184"/>
                    </a:cubicBezTo>
                    <a:cubicBezTo>
                      <a:pt x="945" y="209"/>
                      <a:pt x="949" y="250"/>
                      <a:pt x="927" y="278"/>
                    </a:cubicBezTo>
                    <a:cubicBezTo>
                      <a:pt x="918" y="291"/>
                      <a:pt x="908" y="305"/>
                      <a:pt x="898" y="318"/>
                    </a:cubicBezTo>
                    <a:cubicBezTo>
                      <a:pt x="912" y="343"/>
                      <a:pt x="923" y="369"/>
                      <a:pt x="931" y="397"/>
                    </a:cubicBezTo>
                    <a:cubicBezTo>
                      <a:pt x="947" y="399"/>
                      <a:pt x="963" y="401"/>
                      <a:pt x="979" y="404"/>
                    </a:cubicBezTo>
                    <a:cubicBezTo>
                      <a:pt x="1014" y="409"/>
                      <a:pt x="1041" y="440"/>
                      <a:pt x="1041" y="476"/>
                    </a:cubicBezTo>
                    <a:cubicBezTo>
                      <a:pt x="1041" y="565"/>
                      <a:pt x="1041" y="565"/>
                      <a:pt x="1041" y="565"/>
                    </a:cubicBezTo>
                    <a:cubicBezTo>
                      <a:pt x="1041" y="601"/>
                      <a:pt x="1014" y="632"/>
                      <a:pt x="979" y="637"/>
                    </a:cubicBezTo>
                    <a:cubicBezTo>
                      <a:pt x="963" y="639"/>
                      <a:pt x="947" y="642"/>
                      <a:pt x="931" y="644"/>
                    </a:cubicBezTo>
                    <a:cubicBezTo>
                      <a:pt x="923" y="671"/>
                      <a:pt x="911" y="698"/>
                      <a:pt x="898" y="723"/>
                    </a:cubicBezTo>
                    <a:cubicBezTo>
                      <a:pt x="908" y="736"/>
                      <a:pt x="918" y="749"/>
                      <a:pt x="927" y="762"/>
                    </a:cubicBezTo>
                    <a:cubicBezTo>
                      <a:pt x="949" y="791"/>
                      <a:pt x="945" y="831"/>
                      <a:pt x="920" y="857"/>
                    </a:cubicBezTo>
                    <a:cubicBezTo>
                      <a:pt x="857" y="920"/>
                      <a:pt x="857" y="920"/>
                      <a:pt x="857" y="920"/>
                    </a:cubicBezTo>
                    <a:cubicBezTo>
                      <a:pt x="832" y="945"/>
                      <a:pt x="791" y="948"/>
                      <a:pt x="762" y="927"/>
                    </a:cubicBezTo>
                    <a:cubicBezTo>
                      <a:pt x="750" y="917"/>
                      <a:pt x="736" y="907"/>
                      <a:pt x="723" y="898"/>
                    </a:cubicBezTo>
                    <a:cubicBezTo>
                      <a:pt x="698" y="911"/>
                      <a:pt x="672" y="922"/>
                      <a:pt x="644" y="930"/>
                    </a:cubicBezTo>
                    <a:cubicBezTo>
                      <a:pt x="642" y="947"/>
                      <a:pt x="640" y="963"/>
                      <a:pt x="637" y="979"/>
                    </a:cubicBezTo>
                    <a:cubicBezTo>
                      <a:pt x="632" y="1014"/>
                      <a:pt x="601" y="1041"/>
                      <a:pt x="565" y="1041"/>
                    </a:cubicBezTo>
                    <a:close/>
                    <a:moveTo>
                      <a:pt x="488" y="954"/>
                    </a:moveTo>
                    <a:cubicBezTo>
                      <a:pt x="553" y="954"/>
                      <a:pt x="553" y="954"/>
                      <a:pt x="553" y="954"/>
                    </a:cubicBezTo>
                    <a:cubicBezTo>
                      <a:pt x="555" y="939"/>
                      <a:pt x="557" y="924"/>
                      <a:pt x="559" y="910"/>
                    </a:cubicBezTo>
                    <a:cubicBezTo>
                      <a:pt x="563" y="881"/>
                      <a:pt x="583" y="857"/>
                      <a:pt x="612" y="849"/>
                    </a:cubicBezTo>
                    <a:cubicBezTo>
                      <a:pt x="639" y="842"/>
                      <a:pt x="665" y="831"/>
                      <a:pt x="689" y="817"/>
                    </a:cubicBezTo>
                    <a:cubicBezTo>
                      <a:pt x="714" y="803"/>
                      <a:pt x="746" y="805"/>
                      <a:pt x="769" y="823"/>
                    </a:cubicBezTo>
                    <a:cubicBezTo>
                      <a:pt x="781" y="832"/>
                      <a:pt x="793" y="841"/>
                      <a:pt x="804" y="849"/>
                    </a:cubicBezTo>
                    <a:cubicBezTo>
                      <a:pt x="850" y="804"/>
                      <a:pt x="850" y="804"/>
                      <a:pt x="850" y="804"/>
                    </a:cubicBezTo>
                    <a:cubicBezTo>
                      <a:pt x="841" y="792"/>
                      <a:pt x="832" y="780"/>
                      <a:pt x="823" y="769"/>
                    </a:cubicBezTo>
                    <a:cubicBezTo>
                      <a:pt x="805" y="745"/>
                      <a:pt x="803" y="714"/>
                      <a:pt x="817" y="688"/>
                    </a:cubicBezTo>
                    <a:cubicBezTo>
                      <a:pt x="831" y="664"/>
                      <a:pt x="842" y="638"/>
                      <a:pt x="850" y="611"/>
                    </a:cubicBezTo>
                    <a:cubicBezTo>
                      <a:pt x="857" y="583"/>
                      <a:pt x="881" y="562"/>
                      <a:pt x="910" y="559"/>
                    </a:cubicBezTo>
                    <a:cubicBezTo>
                      <a:pt x="925" y="557"/>
                      <a:pt x="940" y="555"/>
                      <a:pt x="954" y="553"/>
                    </a:cubicBezTo>
                    <a:cubicBezTo>
                      <a:pt x="954" y="488"/>
                      <a:pt x="954" y="488"/>
                      <a:pt x="954" y="488"/>
                    </a:cubicBezTo>
                    <a:cubicBezTo>
                      <a:pt x="940" y="486"/>
                      <a:pt x="925" y="484"/>
                      <a:pt x="910" y="482"/>
                    </a:cubicBezTo>
                    <a:cubicBezTo>
                      <a:pt x="881" y="478"/>
                      <a:pt x="857" y="458"/>
                      <a:pt x="850" y="429"/>
                    </a:cubicBezTo>
                    <a:cubicBezTo>
                      <a:pt x="842" y="402"/>
                      <a:pt x="831" y="376"/>
                      <a:pt x="817" y="352"/>
                    </a:cubicBezTo>
                    <a:cubicBezTo>
                      <a:pt x="803" y="327"/>
                      <a:pt x="805" y="295"/>
                      <a:pt x="823" y="272"/>
                    </a:cubicBezTo>
                    <a:cubicBezTo>
                      <a:pt x="832" y="260"/>
                      <a:pt x="841" y="248"/>
                      <a:pt x="850" y="237"/>
                    </a:cubicBezTo>
                    <a:cubicBezTo>
                      <a:pt x="804" y="191"/>
                      <a:pt x="804" y="191"/>
                      <a:pt x="804" y="191"/>
                    </a:cubicBezTo>
                    <a:cubicBezTo>
                      <a:pt x="793" y="200"/>
                      <a:pt x="781" y="209"/>
                      <a:pt x="769" y="218"/>
                    </a:cubicBezTo>
                    <a:cubicBezTo>
                      <a:pt x="746" y="236"/>
                      <a:pt x="714" y="238"/>
                      <a:pt x="689" y="224"/>
                    </a:cubicBezTo>
                    <a:cubicBezTo>
                      <a:pt x="665" y="210"/>
                      <a:pt x="639" y="199"/>
                      <a:pt x="612" y="191"/>
                    </a:cubicBezTo>
                    <a:cubicBezTo>
                      <a:pt x="583" y="184"/>
                      <a:pt x="563" y="160"/>
                      <a:pt x="559" y="131"/>
                    </a:cubicBezTo>
                    <a:cubicBezTo>
                      <a:pt x="557" y="116"/>
                      <a:pt x="555" y="101"/>
                      <a:pt x="553" y="87"/>
                    </a:cubicBezTo>
                    <a:cubicBezTo>
                      <a:pt x="488" y="87"/>
                      <a:pt x="488" y="87"/>
                      <a:pt x="488" y="87"/>
                    </a:cubicBezTo>
                    <a:cubicBezTo>
                      <a:pt x="486" y="101"/>
                      <a:pt x="484" y="116"/>
                      <a:pt x="482" y="131"/>
                    </a:cubicBezTo>
                    <a:cubicBezTo>
                      <a:pt x="479" y="160"/>
                      <a:pt x="458" y="184"/>
                      <a:pt x="430" y="191"/>
                    </a:cubicBezTo>
                    <a:cubicBezTo>
                      <a:pt x="403" y="199"/>
                      <a:pt x="377" y="210"/>
                      <a:pt x="353" y="224"/>
                    </a:cubicBezTo>
                    <a:cubicBezTo>
                      <a:pt x="327" y="238"/>
                      <a:pt x="296" y="236"/>
                      <a:pt x="272" y="218"/>
                    </a:cubicBezTo>
                    <a:cubicBezTo>
                      <a:pt x="261" y="209"/>
                      <a:pt x="249" y="200"/>
                      <a:pt x="237" y="191"/>
                    </a:cubicBezTo>
                    <a:cubicBezTo>
                      <a:pt x="192" y="237"/>
                      <a:pt x="192" y="237"/>
                      <a:pt x="192" y="237"/>
                    </a:cubicBezTo>
                    <a:cubicBezTo>
                      <a:pt x="200" y="248"/>
                      <a:pt x="209" y="260"/>
                      <a:pt x="218" y="272"/>
                    </a:cubicBezTo>
                    <a:cubicBezTo>
                      <a:pt x="236" y="295"/>
                      <a:pt x="238" y="327"/>
                      <a:pt x="224" y="352"/>
                    </a:cubicBezTo>
                    <a:cubicBezTo>
                      <a:pt x="210" y="376"/>
                      <a:pt x="199" y="402"/>
                      <a:pt x="192" y="429"/>
                    </a:cubicBezTo>
                    <a:cubicBezTo>
                      <a:pt x="184" y="458"/>
                      <a:pt x="160" y="478"/>
                      <a:pt x="131" y="482"/>
                    </a:cubicBezTo>
                    <a:cubicBezTo>
                      <a:pt x="117" y="484"/>
                      <a:pt x="102" y="486"/>
                      <a:pt x="87" y="488"/>
                    </a:cubicBezTo>
                    <a:cubicBezTo>
                      <a:pt x="87" y="553"/>
                      <a:pt x="87" y="553"/>
                      <a:pt x="87" y="553"/>
                    </a:cubicBezTo>
                    <a:cubicBezTo>
                      <a:pt x="102" y="555"/>
                      <a:pt x="117" y="557"/>
                      <a:pt x="131" y="559"/>
                    </a:cubicBezTo>
                    <a:cubicBezTo>
                      <a:pt x="160" y="562"/>
                      <a:pt x="184" y="583"/>
                      <a:pt x="192" y="611"/>
                    </a:cubicBezTo>
                    <a:cubicBezTo>
                      <a:pt x="199" y="638"/>
                      <a:pt x="210" y="664"/>
                      <a:pt x="224" y="688"/>
                    </a:cubicBezTo>
                    <a:cubicBezTo>
                      <a:pt x="238" y="714"/>
                      <a:pt x="236" y="745"/>
                      <a:pt x="218" y="769"/>
                    </a:cubicBezTo>
                    <a:cubicBezTo>
                      <a:pt x="209" y="780"/>
                      <a:pt x="200" y="792"/>
                      <a:pt x="192" y="804"/>
                    </a:cubicBezTo>
                    <a:cubicBezTo>
                      <a:pt x="237" y="849"/>
                      <a:pt x="237" y="849"/>
                      <a:pt x="237" y="849"/>
                    </a:cubicBezTo>
                    <a:cubicBezTo>
                      <a:pt x="249" y="841"/>
                      <a:pt x="261" y="832"/>
                      <a:pt x="272" y="823"/>
                    </a:cubicBezTo>
                    <a:cubicBezTo>
                      <a:pt x="296" y="805"/>
                      <a:pt x="327" y="803"/>
                      <a:pt x="353" y="817"/>
                    </a:cubicBezTo>
                    <a:cubicBezTo>
                      <a:pt x="377" y="831"/>
                      <a:pt x="403" y="842"/>
                      <a:pt x="430" y="849"/>
                    </a:cubicBezTo>
                    <a:cubicBezTo>
                      <a:pt x="458" y="857"/>
                      <a:pt x="479" y="881"/>
                      <a:pt x="482" y="910"/>
                    </a:cubicBezTo>
                    <a:cubicBezTo>
                      <a:pt x="484" y="924"/>
                      <a:pt x="486" y="939"/>
                      <a:pt x="488" y="9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7" name="Freeform 21">
                <a:extLst>
                  <a:ext uri="{FF2B5EF4-FFF2-40B4-BE49-F238E27FC236}">
                    <a16:creationId xmlns:a16="http://schemas.microsoft.com/office/drawing/2014/main" id="{E9F19419-2D5D-0DE0-4476-5B822A0E787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00875" y="9717088"/>
                <a:ext cx="1179512" cy="1179513"/>
              </a:xfrm>
              <a:custGeom>
                <a:avLst/>
                <a:gdLst>
                  <a:gd name="T0" fmla="*/ 186 w 371"/>
                  <a:gd name="T1" fmla="*/ 371 h 371"/>
                  <a:gd name="T2" fmla="*/ 0 w 371"/>
                  <a:gd name="T3" fmla="*/ 185 h 371"/>
                  <a:gd name="T4" fmla="*/ 186 w 371"/>
                  <a:gd name="T5" fmla="*/ 0 h 371"/>
                  <a:gd name="T6" fmla="*/ 371 w 371"/>
                  <a:gd name="T7" fmla="*/ 185 h 371"/>
                  <a:gd name="T8" fmla="*/ 186 w 371"/>
                  <a:gd name="T9" fmla="*/ 371 h 371"/>
                  <a:gd name="T10" fmla="*/ 186 w 371"/>
                  <a:gd name="T11" fmla="*/ 82 h 371"/>
                  <a:gd name="T12" fmla="*/ 83 w 371"/>
                  <a:gd name="T13" fmla="*/ 185 h 371"/>
                  <a:gd name="T14" fmla="*/ 186 w 371"/>
                  <a:gd name="T15" fmla="*/ 288 h 371"/>
                  <a:gd name="T16" fmla="*/ 289 w 371"/>
                  <a:gd name="T17" fmla="*/ 185 h 371"/>
                  <a:gd name="T18" fmla="*/ 186 w 371"/>
                  <a:gd name="T19" fmla="*/ 82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71" h="371">
                    <a:moveTo>
                      <a:pt x="186" y="371"/>
                    </a:moveTo>
                    <a:cubicBezTo>
                      <a:pt x="83" y="371"/>
                      <a:pt x="0" y="288"/>
                      <a:pt x="0" y="185"/>
                    </a:cubicBezTo>
                    <a:cubicBezTo>
                      <a:pt x="0" y="83"/>
                      <a:pt x="83" y="0"/>
                      <a:pt x="186" y="0"/>
                    </a:cubicBezTo>
                    <a:cubicBezTo>
                      <a:pt x="288" y="0"/>
                      <a:pt x="371" y="83"/>
                      <a:pt x="371" y="185"/>
                    </a:cubicBezTo>
                    <a:cubicBezTo>
                      <a:pt x="371" y="288"/>
                      <a:pt x="288" y="371"/>
                      <a:pt x="186" y="371"/>
                    </a:cubicBezTo>
                    <a:close/>
                    <a:moveTo>
                      <a:pt x="186" y="82"/>
                    </a:moveTo>
                    <a:cubicBezTo>
                      <a:pt x="129" y="82"/>
                      <a:pt x="83" y="128"/>
                      <a:pt x="83" y="185"/>
                    </a:cubicBezTo>
                    <a:cubicBezTo>
                      <a:pt x="83" y="242"/>
                      <a:pt x="129" y="288"/>
                      <a:pt x="186" y="288"/>
                    </a:cubicBezTo>
                    <a:cubicBezTo>
                      <a:pt x="243" y="288"/>
                      <a:pt x="289" y="242"/>
                      <a:pt x="289" y="185"/>
                    </a:cubicBezTo>
                    <a:cubicBezTo>
                      <a:pt x="289" y="128"/>
                      <a:pt x="243" y="82"/>
                      <a:pt x="186" y="8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32" name="Oval 23">
              <a:extLst>
                <a:ext uri="{FF2B5EF4-FFF2-40B4-BE49-F238E27FC236}">
                  <a16:creationId xmlns:a16="http://schemas.microsoft.com/office/drawing/2014/main" id="{2467EC3A-39CE-033D-E7F6-69CF9CAFAAA8}"/>
                </a:ext>
              </a:extLst>
            </p:cNvPr>
            <p:cNvSpPr/>
            <p:nvPr/>
          </p:nvSpPr>
          <p:spPr>
            <a:xfrm>
              <a:off x="3241777" y="4387988"/>
              <a:ext cx="1464730" cy="1464728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38" name="Groupe 1037">
            <a:extLst>
              <a:ext uri="{FF2B5EF4-FFF2-40B4-BE49-F238E27FC236}">
                <a16:creationId xmlns:a16="http://schemas.microsoft.com/office/drawing/2014/main" id="{B83B4908-20EC-35FC-7778-EB3CCECD1E48}"/>
              </a:ext>
            </a:extLst>
          </p:cNvPr>
          <p:cNvGrpSpPr/>
          <p:nvPr/>
        </p:nvGrpSpPr>
        <p:grpSpPr>
          <a:xfrm>
            <a:off x="3910927" y="2761283"/>
            <a:ext cx="1819164" cy="2669391"/>
            <a:chOff x="5005093" y="2419954"/>
            <a:chExt cx="1819164" cy="2669391"/>
          </a:xfrm>
        </p:grpSpPr>
        <p:sp>
          <p:nvSpPr>
            <p:cNvPr id="1039" name="Arrow: Chevron 2">
              <a:extLst>
                <a:ext uri="{FF2B5EF4-FFF2-40B4-BE49-F238E27FC236}">
                  <a16:creationId xmlns:a16="http://schemas.microsoft.com/office/drawing/2014/main" id="{2BCFA921-0726-7D85-5A7F-057E3B38ADEB}"/>
                </a:ext>
              </a:extLst>
            </p:cNvPr>
            <p:cNvSpPr/>
            <p:nvPr/>
          </p:nvSpPr>
          <p:spPr>
            <a:xfrm>
              <a:off x="5337425" y="3176474"/>
              <a:ext cx="1297618" cy="288968"/>
            </a:xfrm>
            <a:prstGeom prst="chevro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0" name="TextBox 11">
              <a:extLst>
                <a:ext uri="{FF2B5EF4-FFF2-40B4-BE49-F238E27FC236}">
                  <a16:creationId xmlns:a16="http://schemas.microsoft.com/office/drawing/2014/main" id="{62FD5EE7-7E2F-977F-C7DA-A5E682A1EE82}"/>
                </a:ext>
              </a:extLst>
            </p:cNvPr>
            <p:cNvSpPr txBox="1"/>
            <p:nvPr/>
          </p:nvSpPr>
          <p:spPr>
            <a:xfrm>
              <a:off x="5005093" y="2419954"/>
              <a:ext cx="181916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SYNTHESE DES</a:t>
              </a:r>
            </a:p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APPROCHES</a:t>
              </a:r>
            </a:p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EXISTANTES</a:t>
              </a:r>
            </a:p>
          </p:txBody>
        </p:sp>
        <p:cxnSp>
          <p:nvCxnSpPr>
            <p:cNvPr id="1041" name="Straight Connector 22">
              <a:extLst>
                <a:ext uri="{FF2B5EF4-FFF2-40B4-BE49-F238E27FC236}">
                  <a16:creationId xmlns:a16="http://schemas.microsoft.com/office/drawing/2014/main" id="{60882624-168A-3CE7-D8F2-341ED498B247}"/>
                </a:ext>
              </a:extLst>
            </p:cNvPr>
            <p:cNvCxnSpPr>
              <a:cxnSpLocks/>
              <a:stCxn id="1039" idx="2"/>
              <a:endCxn id="1042" idx="0"/>
            </p:cNvCxnSpPr>
            <p:nvPr/>
          </p:nvCxnSpPr>
          <p:spPr>
            <a:xfrm>
              <a:off x="5914675" y="3465441"/>
              <a:ext cx="11133" cy="48549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2" name="Oval 23">
              <a:extLst>
                <a:ext uri="{FF2B5EF4-FFF2-40B4-BE49-F238E27FC236}">
                  <a16:creationId xmlns:a16="http://schemas.microsoft.com/office/drawing/2014/main" id="{30C8B210-2947-84F8-EE8D-D12F053263B7}"/>
                </a:ext>
              </a:extLst>
            </p:cNvPr>
            <p:cNvSpPr/>
            <p:nvPr/>
          </p:nvSpPr>
          <p:spPr>
            <a:xfrm>
              <a:off x="5396163" y="3978427"/>
              <a:ext cx="1100428" cy="1110918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43" name="Image 1042">
              <a:extLst>
                <a:ext uri="{FF2B5EF4-FFF2-40B4-BE49-F238E27FC236}">
                  <a16:creationId xmlns:a16="http://schemas.microsoft.com/office/drawing/2014/main" id="{D94F4179-F078-A840-3935-76024495C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6730" y="4215598"/>
              <a:ext cx="600348" cy="600348"/>
            </a:xfrm>
            <a:prstGeom prst="rect">
              <a:avLst/>
            </a:prstGeom>
          </p:spPr>
        </p:pic>
      </p:grpSp>
      <p:sp>
        <p:nvSpPr>
          <p:cNvPr id="1045" name="TextBox 47">
            <a:extLst>
              <a:ext uri="{FF2B5EF4-FFF2-40B4-BE49-F238E27FC236}">
                <a16:creationId xmlns:a16="http://schemas.microsoft.com/office/drawing/2014/main" id="{C8A38B1F-C000-C7A5-2957-7FDE82F96502}"/>
              </a:ext>
            </a:extLst>
          </p:cNvPr>
          <p:cNvSpPr txBox="1"/>
          <p:nvPr/>
        </p:nvSpPr>
        <p:spPr>
          <a:xfrm>
            <a:off x="107868" y="1316166"/>
            <a:ext cx="5112477" cy="77930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dlanta" pitchFamily="50" charset="0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</a:rPr>
              <a:t>PLAN </a:t>
            </a:r>
            <a:r>
              <a:rPr lang="en-US" sz="3600" dirty="0">
                <a:solidFill>
                  <a:srgbClr val="FF6B06"/>
                </a:solidFill>
                <a:latin typeface="Tw Cen MT" panose="020B0602020104020603" pitchFamily="34" charset="0"/>
              </a:rPr>
              <a:t>DE </a:t>
            </a:r>
            <a:r>
              <a:rPr lang="fr-FR" sz="3600" dirty="0">
                <a:solidFill>
                  <a:srgbClr val="FF6B06"/>
                </a:solidFill>
                <a:latin typeface="Tw Cen MT" panose="020B0602020104020603" pitchFamily="34" charset="0"/>
              </a:rPr>
              <a:t>PRESEN</a:t>
            </a:r>
            <a:r>
              <a:rPr lang="fr-F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</a:rPr>
              <a:t>TATION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</a:rPr>
              <a:t> </a:t>
            </a:r>
            <a:endParaRPr lang="en-GB" sz="3600" dirty="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047" name="TextBox 18">
            <a:extLst>
              <a:ext uri="{FF2B5EF4-FFF2-40B4-BE49-F238E27FC236}">
                <a16:creationId xmlns:a16="http://schemas.microsoft.com/office/drawing/2014/main" id="{3BB5D435-E77C-189B-3F23-8998640AAC7B}"/>
              </a:ext>
            </a:extLst>
          </p:cNvPr>
          <p:cNvSpPr txBox="1"/>
          <p:nvPr/>
        </p:nvSpPr>
        <p:spPr>
          <a:xfrm>
            <a:off x="-1" y="0"/>
            <a:ext cx="12192001" cy="786113"/>
          </a:xfrm>
          <a:prstGeom prst="rect">
            <a:avLst/>
          </a:prstGeom>
          <a:solidFill>
            <a:srgbClr val="FF6B06"/>
          </a:solidFill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fr-FR" sz="1600" b="1" dirty="0">
                <a:ln w="9525" cmpd="sng">
                  <a:noFill/>
                  <a:prstDash val="solid"/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CONCEPTION ET DEVELOPPEMENT D’UNE APPLICATION WEB, MOBILE, DESKTOP DE GESTION DE FERME: CAS DE SMARTFARM ERP</a:t>
            </a:r>
          </a:p>
        </p:txBody>
      </p:sp>
    </p:spTree>
    <p:extLst>
      <p:ext uri="{BB962C8B-B14F-4D97-AF65-F5344CB8AC3E}">
        <p14:creationId xmlns:p14="http://schemas.microsoft.com/office/powerpoint/2010/main" val="258602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0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5C195-14FD-FA4A-93BD-B27AAD56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232E2FF-2A3C-EA36-CF5F-B174193CDA5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23EB36F-CCA7-3822-7307-6ACEC0B31029}"/>
              </a:ext>
            </a:extLst>
          </p:cNvPr>
          <p:cNvGrpSpPr/>
          <p:nvPr/>
        </p:nvGrpSpPr>
        <p:grpSpPr>
          <a:xfrm>
            <a:off x="0" y="5760830"/>
            <a:ext cx="2050570" cy="1116220"/>
            <a:chOff x="0" y="5760830"/>
            <a:chExt cx="2050570" cy="1116220"/>
          </a:xfrm>
          <a:solidFill>
            <a:srgbClr val="FF6B06"/>
          </a:solidFill>
        </p:grpSpPr>
        <p:sp>
          <p:nvSpPr>
            <p:cNvPr id="7" name="Google Shape;12;p2">
              <a:extLst>
                <a:ext uri="{FF2B5EF4-FFF2-40B4-BE49-F238E27FC236}">
                  <a16:creationId xmlns:a16="http://schemas.microsoft.com/office/drawing/2014/main" id="{77838F96-1C74-F166-8044-33BD5C80918D}"/>
                </a:ext>
              </a:extLst>
            </p:cNvPr>
            <p:cNvSpPr/>
            <p:nvPr/>
          </p:nvSpPr>
          <p:spPr>
            <a:xfrm rot="10800000">
              <a:off x="0" y="5811458"/>
              <a:ext cx="2050570" cy="1065592"/>
            </a:xfrm>
            <a:custGeom>
              <a:avLst/>
              <a:gdLst>
                <a:gd name="connsiteX0" fmla="*/ 5281 w 64821"/>
                <a:gd name="connsiteY0" fmla="*/ 0 h 36832"/>
                <a:gd name="connsiteX1" fmla="*/ 15 w 64821"/>
                <a:gd name="connsiteY1" fmla="*/ 874 h 36832"/>
                <a:gd name="connsiteX2" fmla="*/ 5037 w 64821"/>
                <a:gd name="connsiteY2" fmla="*/ 2593 h 36832"/>
                <a:gd name="connsiteX3" fmla="*/ 10103 w 64821"/>
                <a:gd name="connsiteY3" fmla="*/ 6454 h 36832"/>
                <a:gd name="connsiteX4" fmla="*/ 24767 w 64821"/>
                <a:gd name="connsiteY4" fmla="*/ 22345 h 36832"/>
                <a:gd name="connsiteX5" fmla="*/ 25984 w 64821"/>
                <a:gd name="connsiteY5" fmla="*/ 22437 h 36832"/>
                <a:gd name="connsiteX6" fmla="*/ 38649 w 64821"/>
                <a:gd name="connsiteY6" fmla="*/ 15314 h 36832"/>
                <a:gd name="connsiteX7" fmla="*/ 41913 w 64821"/>
                <a:gd name="connsiteY7" fmla="*/ 14362 h 36832"/>
                <a:gd name="connsiteX8" fmla="*/ 45010 w 64821"/>
                <a:gd name="connsiteY8" fmla="*/ 15203 h 36832"/>
                <a:gd name="connsiteX9" fmla="*/ 50412 w 64821"/>
                <a:gd name="connsiteY9" fmla="*/ 27010 h 36832"/>
                <a:gd name="connsiteX10" fmla="*/ 64821 w 64821"/>
                <a:gd name="connsiteY10" fmla="*/ 36832 h 36832"/>
                <a:gd name="connsiteX11" fmla="*/ 64472 w 64821"/>
                <a:gd name="connsiteY11" fmla="*/ 2994 h 36832"/>
                <a:gd name="connsiteX12" fmla="*/ 42756 w 64821"/>
                <a:gd name="connsiteY12" fmla="*/ 1254 h 36832"/>
                <a:gd name="connsiteX13" fmla="*/ 12692 w 64821"/>
                <a:gd name="connsiteY13" fmla="*/ 249 h 36832"/>
                <a:gd name="connsiteX14" fmla="*/ 5281 w 64821"/>
                <a:gd name="connsiteY14" fmla="*/ 0 h 36832"/>
                <a:gd name="connsiteX0-1" fmla="*/ 5281 w 64821"/>
                <a:gd name="connsiteY0-2" fmla="*/ 0 h 36832"/>
                <a:gd name="connsiteX1-3" fmla="*/ 15 w 64821"/>
                <a:gd name="connsiteY1-4" fmla="*/ 874 h 36832"/>
                <a:gd name="connsiteX2-5" fmla="*/ 5037 w 64821"/>
                <a:gd name="connsiteY2-6" fmla="*/ 2593 h 36832"/>
                <a:gd name="connsiteX3-7" fmla="*/ 10103 w 64821"/>
                <a:gd name="connsiteY3-8" fmla="*/ 6454 h 36832"/>
                <a:gd name="connsiteX4-9" fmla="*/ 24767 w 64821"/>
                <a:gd name="connsiteY4-10" fmla="*/ 22345 h 36832"/>
                <a:gd name="connsiteX5-11" fmla="*/ 25984 w 64821"/>
                <a:gd name="connsiteY5-12" fmla="*/ 22437 h 36832"/>
                <a:gd name="connsiteX6-13" fmla="*/ 38649 w 64821"/>
                <a:gd name="connsiteY6-14" fmla="*/ 15314 h 36832"/>
                <a:gd name="connsiteX7-15" fmla="*/ 41913 w 64821"/>
                <a:gd name="connsiteY7-16" fmla="*/ 14362 h 36832"/>
                <a:gd name="connsiteX8-17" fmla="*/ 45010 w 64821"/>
                <a:gd name="connsiteY8-18" fmla="*/ 15203 h 36832"/>
                <a:gd name="connsiteX9-19" fmla="*/ 50412 w 64821"/>
                <a:gd name="connsiteY9-20" fmla="*/ 27010 h 36832"/>
                <a:gd name="connsiteX10-21" fmla="*/ 64821 w 64821"/>
                <a:gd name="connsiteY10-22" fmla="*/ 36832 h 36832"/>
                <a:gd name="connsiteX11-23" fmla="*/ 64821 w 64821"/>
                <a:gd name="connsiteY11-24" fmla="*/ 2231 h 36832"/>
                <a:gd name="connsiteX12-25" fmla="*/ 42756 w 64821"/>
                <a:gd name="connsiteY12-26" fmla="*/ 1254 h 36832"/>
                <a:gd name="connsiteX13-27" fmla="*/ 12692 w 64821"/>
                <a:gd name="connsiteY13-28" fmla="*/ 249 h 36832"/>
                <a:gd name="connsiteX14-29" fmla="*/ 5281 w 64821"/>
                <a:gd name="connsiteY14-30" fmla="*/ 0 h 36832"/>
                <a:gd name="connsiteX0-31" fmla="*/ 5281 w 64821"/>
                <a:gd name="connsiteY0-32" fmla="*/ 0 h 36832"/>
                <a:gd name="connsiteX1-33" fmla="*/ 15 w 64821"/>
                <a:gd name="connsiteY1-34" fmla="*/ 874 h 36832"/>
                <a:gd name="connsiteX2-35" fmla="*/ 5037 w 64821"/>
                <a:gd name="connsiteY2-36" fmla="*/ 2593 h 36832"/>
                <a:gd name="connsiteX3-37" fmla="*/ 10103 w 64821"/>
                <a:gd name="connsiteY3-38" fmla="*/ 6454 h 36832"/>
                <a:gd name="connsiteX4-39" fmla="*/ 24767 w 64821"/>
                <a:gd name="connsiteY4-40" fmla="*/ 22345 h 36832"/>
                <a:gd name="connsiteX5-41" fmla="*/ 25984 w 64821"/>
                <a:gd name="connsiteY5-42" fmla="*/ 22437 h 36832"/>
                <a:gd name="connsiteX6-43" fmla="*/ 38649 w 64821"/>
                <a:gd name="connsiteY6-44" fmla="*/ 15314 h 36832"/>
                <a:gd name="connsiteX7-45" fmla="*/ 41913 w 64821"/>
                <a:gd name="connsiteY7-46" fmla="*/ 14362 h 36832"/>
                <a:gd name="connsiteX8-47" fmla="*/ 45010 w 64821"/>
                <a:gd name="connsiteY8-48" fmla="*/ 15203 h 36832"/>
                <a:gd name="connsiteX9-49" fmla="*/ 50412 w 64821"/>
                <a:gd name="connsiteY9-50" fmla="*/ 27010 h 36832"/>
                <a:gd name="connsiteX10-51" fmla="*/ 64821 w 64821"/>
                <a:gd name="connsiteY10-52" fmla="*/ 36832 h 36832"/>
                <a:gd name="connsiteX11-53" fmla="*/ 64821 w 64821"/>
                <a:gd name="connsiteY11-54" fmla="*/ 2231 h 36832"/>
                <a:gd name="connsiteX12-55" fmla="*/ 42756 w 64821"/>
                <a:gd name="connsiteY12-56" fmla="*/ 1254 h 36832"/>
                <a:gd name="connsiteX13-57" fmla="*/ 12692 w 64821"/>
                <a:gd name="connsiteY13-58" fmla="*/ 249 h 36832"/>
                <a:gd name="connsiteX14-59" fmla="*/ 5281 w 64821"/>
                <a:gd name="connsiteY14-60" fmla="*/ 0 h 36832"/>
                <a:gd name="connsiteX0-61" fmla="*/ 5281 w 64821"/>
                <a:gd name="connsiteY0-62" fmla="*/ 0 h 36832"/>
                <a:gd name="connsiteX1-63" fmla="*/ 15 w 64821"/>
                <a:gd name="connsiteY1-64" fmla="*/ 874 h 36832"/>
                <a:gd name="connsiteX2-65" fmla="*/ 5037 w 64821"/>
                <a:gd name="connsiteY2-66" fmla="*/ 2593 h 36832"/>
                <a:gd name="connsiteX3-67" fmla="*/ 10103 w 64821"/>
                <a:gd name="connsiteY3-68" fmla="*/ 6454 h 36832"/>
                <a:gd name="connsiteX4-69" fmla="*/ 24767 w 64821"/>
                <a:gd name="connsiteY4-70" fmla="*/ 22345 h 36832"/>
                <a:gd name="connsiteX5-71" fmla="*/ 25984 w 64821"/>
                <a:gd name="connsiteY5-72" fmla="*/ 22437 h 36832"/>
                <a:gd name="connsiteX6-73" fmla="*/ 38649 w 64821"/>
                <a:gd name="connsiteY6-74" fmla="*/ 15314 h 36832"/>
                <a:gd name="connsiteX7-75" fmla="*/ 41913 w 64821"/>
                <a:gd name="connsiteY7-76" fmla="*/ 14362 h 36832"/>
                <a:gd name="connsiteX8-77" fmla="*/ 45010 w 64821"/>
                <a:gd name="connsiteY8-78" fmla="*/ 15203 h 36832"/>
                <a:gd name="connsiteX9-79" fmla="*/ 50412 w 64821"/>
                <a:gd name="connsiteY9-80" fmla="*/ 27010 h 36832"/>
                <a:gd name="connsiteX10-81" fmla="*/ 64821 w 64821"/>
                <a:gd name="connsiteY10-82" fmla="*/ 36832 h 36832"/>
                <a:gd name="connsiteX11-83" fmla="*/ 64647 w 64821"/>
                <a:gd name="connsiteY11-84" fmla="*/ 2422 h 36832"/>
                <a:gd name="connsiteX12-85" fmla="*/ 42756 w 64821"/>
                <a:gd name="connsiteY12-86" fmla="*/ 1254 h 36832"/>
                <a:gd name="connsiteX13-87" fmla="*/ 12692 w 64821"/>
                <a:gd name="connsiteY13-88" fmla="*/ 249 h 36832"/>
                <a:gd name="connsiteX14-89" fmla="*/ 5281 w 64821"/>
                <a:gd name="connsiteY14-90" fmla="*/ 0 h 36832"/>
                <a:gd name="connsiteX0-91" fmla="*/ 5281 w 64821"/>
                <a:gd name="connsiteY0-92" fmla="*/ 371 h 37203"/>
                <a:gd name="connsiteX1-93" fmla="*/ 15 w 64821"/>
                <a:gd name="connsiteY1-94" fmla="*/ 1245 h 37203"/>
                <a:gd name="connsiteX2-95" fmla="*/ 5037 w 64821"/>
                <a:gd name="connsiteY2-96" fmla="*/ 2964 h 37203"/>
                <a:gd name="connsiteX3-97" fmla="*/ 10103 w 64821"/>
                <a:gd name="connsiteY3-98" fmla="*/ 6825 h 37203"/>
                <a:gd name="connsiteX4-99" fmla="*/ 24767 w 64821"/>
                <a:gd name="connsiteY4-100" fmla="*/ 22716 h 37203"/>
                <a:gd name="connsiteX5-101" fmla="*/ 25984 w 64821"/>
                <a:gd name="connsiteY5-102" fmla="*/ 22808 h 37203"/>
                <a:gd name="connsiteX6-103" fmla="*/ 38649 w 64821"/>
                <a:gd name="connsiteY6-104" fmla="*/ 15685 h 37203"/>
                <a:gd name="connsiteX7-105" fmla="*/ 41913 w 64821"/>
                <a:gd name="connsiteY7-106" fmla="*/ 14733 h 37203"/>
                <a:gd name="connsiteX8-107" fmla="*/ 45010 w 64821"/>
                <a:gd name="connsiteY8-108" fmla="*/ 15574 h 37203"/>
                <a:gd name="connsiteX9-109" fmla="*/ 50412 w 64821"/>
                <a:gd name="connsiteY9-110" fmla="*/ 27381 h 37203"/>
                <a:gd name="connsiteX10-111" fmla="*/ 64821 w 64821"/>
                <a:gd name="connsiteY10-112" fmla="*/ 37203 h 37203"/>
                <a:gd name="connsiteX11-113" fmla="*/ 64780 w 64821"/>
                <a:gd name="connsiteY11-114" fmla="*/ 322 h 37203"/>
                <a:gd name="connsiteX12-115" fmla="*/ 42756 w 64821"/>
                <a:gd name="connsiteY12-116" fmla="*/ 1625 h 37203"/>
                <a:gd name="connsiteX13-117" fmla="*/ 12692 w 64821"/>
                <a:gd name="connsiteY13-118" fmla="*/ 620 h 37203"/>
                <a:gd name="connsiteX14-119" fmla="*/ 5281 w 64821"/>
                <a:gd name="connsiteY14-120" fmla="*/ 371 h 37203"/>
                <a:gd name="connsiteX0-121" fmla="*/ 5281 w 64821"/>
                <a:gd name="connsiteY0-122" fmla="*/ 588 h 37420"/>
                <a:gd name="connsiteX1-123" fmla="*/ 15 w 64821"/>
                <a:gd name="connsiteY1-124" fmla="*/ 1462 h 37420"/>
                <a:gd name="connsiteX2-125" fmla="*/ 5037 w 64821"/>
                <a:gd name="connsiteY2-126" fmla="*/ 3181 h 37420"/>
                <a:gd name="connsiteX3-127" fmla="*/ 10103 w 64821"/>
                <a:gd name="connsiteY3-128" fmla="*/ 7042 h 37420"/>
                <a:gd name="connsiteX4-129" fmla="*/ 24767 w 64821"/>
                <a:gd name="connsiteY4-130" fmla="*/ 22933 h 37420"/>
                <a:gd name="connsiteX5-131" fmla="*/ 25984 w 64821"/>
                <a:gd name="connsiteY5-132" fmla="*/ 23025 h 37420"/>
                <a:gd name="connsiteX6-133" fmla="*/ 38649 w 64821"/>
                <a:gd name="connsiteY6-134" fmla="*/ 15902 h 37420"/>
                <a:gd name="connsiteX7-135" fmla="*/ 41913 w 64821"/>
                <a:gd name="connsiteY7-136" fmla="*/ 14950 h 37420"/>
                <a:gd name="connsiteX8-137" fmla="*/ 45010 w 64821"/>
                <a:gd name="connsiteY8-138" fmla="*/ 15791 h 37420"/>
                <a:gd name="connsiteX9-139" fmla="*/ 50412 w 64821"/>
                <a:gd name="connsiteY9-140" fmla="*/ 27598 h 37420"/>
                <a:gd name="connsiteX10-141" fmla="*/ 64821 w 64821"/>
                <a:gd name="connsiteY10-142" fmla="*/ 37420 h 37420"/>
                <a:gd name="connsiteX11-143" fmla="*/ 64780 w 64821"/>
                <a:gd name="connsiteY11-144" fmla="*/ 539 h 37420"/>
                <a:gd name="connsiteX12-145" fmla="*/ 41692 w 64821"/>
                <a:gd name="connsiteY12-146" fmla="*/ 388 h 37420"/>
                <a:gd name="connsiteX13-147" fmla="*/ 12692 w 64821"/>
                <a:gd name="connsiteY13-148" fmla="*/ 837 h 37420"/>
                <a:gd name="connsiteX14-149" fmla="*/ 5281 w 64821"/>
                <a:gd name="connsiteY14-150" fmla="*/ 588 h 37420"/>
                <a:gd name="connsiteX0-151" fmla="*/ 5281 w 64821"/>
                <a:gd name="connsiteY0-152" fmla="*/ 588 h 37420"/>
                <a:gd name="connsiteX1-153" fmla="*/ 15 w 64821"/>
                <a:gd name="connsiteY1-154" fmla="*/ 1462 h 37420"/>
                <a:gd name="connsiteX2-155" fmla="*/ 5037 w 64821"/>
                <a:gd name="connsiteY2-156" fmla="*/ 3181 h 37420"/>
                <a:gd name="connsiteX3-157" fmla="*/ 10103 w 64821"/>
                <a:gd name="connsiteY3-158" fmla="*/ 7042 h 37420"/>
                <a:gd name="connsiteX4-159" fmla="*/ 24767 w 64821"/>
                <a:gd name="connsiteY4-160" fmla="*/ 22933 h 37420"/>
                <a:gd name="connsiteX5-161" fmla="*/ 25984 w 64821"/>
                <a:gd name="connsiteY5-162" fmla="*/ 23025 h 37420"/>
                <a:gd name="connsiteX6-163" fmla="*/ 38649 w 64821"/>
                <a:gd name="connsiteY6-164" fmla="*/ 15902 h 37420"/>
                <a:gd name="connsiteX7-165" fmla="*/ 41913 w 64821"/>
                <a:gd name="connsiteY7-166" fmla="*/ 14950 h 37420"/>
                <a:gd name="connsiteX8-167" fmla="*/ 45010 w 64821"/>
                <a:gd name="connsiteY8-168" fmla="*/ 15791 h 37420"/>
                <a:gd name="connsiteX9-169" fmla="*/ 50412 w 64821"/>
                <a:gd name="connsiteY9-170" fmla="*/ 27598 h 37420"/>
                <a:gd name="connsiteX10-171" fmla="*/ 64821 w 64821"/>
                <a:gd name="connsiteY10-172" fmla="*/ 37420 h 37420"/>
                <a:gd name="connsiteX11-173" fmla="*/ 64780 w 64821"/>
                <a:gd name="connsiteY11-174" fmla="*/ 539 h 37420"/>
                <a:gd name="connsiteX12-175" fmla="*/ 41692 w 64821"/>
                <a:gd name="connsiteY12-176" fmla="*/ 388 h 37420"/>
                <a:gd name="connsiteX13-177" fmla="*/ 12692 w 64821"/>
                <a:gd name="connsiteY13-178" fmla="*/ 837 h 37420"/>
                <a:gd name="connsiteX14-179" fmla="*/ 5281 w 64821"/>
                <a:gd name="connsiteY14-180" fmla="*/ 588 h 37420"/>
                <a:gd name="connsiteX0-181" fmla="*/ 5281 w 64821"/>
                <a:gd name="connsiteY0-182" fmla="*/ 525 h 37357"/>
                <a:gd name="connsiteX1-183" fmla="*/ 15 w 64821"/>
                <a:gd name="connsiteY1-184" fmla="*/ 1399 h 37357"/>
                <a:gd name="connsiteX2-185" fmla="*/ 5037 w 64821"/>
                <a:gd name="connsiteY2-186" fmla="*/ 3118 h 37357"/>
                <a:gd name="connsiteX3-187" fmla="*/ 10103 w 64821"/>
                <a:gd name="connsiteY3-188" fmla="*/ 6979 h 37357"/>
                <a:gd name="connsiteX4-189" fmla="*/ 24767 w 64821"/>
                <a:gd name="connsiteY4-190" fmla="*/ 22870 h 37357"/>
                <a:gd name="connsiteX5-191" fmla="*/ 25984 w 64821"/>
                <a:gd name="connsiteY5-192" fmla="*/ 22962 h 37357"/>
                <a:gd name="connsiteX6-193" fmla="*/ 38649 w 64821"/>
                <a:gd name="connsiteY6-194" fmla="*/ 15839 h 37357"/>
                <a:gd name="connsiteX7-195" fmla="*/ 41913 w 64821"/>
                <a:gd name="connsiteY7-196" fmla="*/ 14887 h 37357"/>
                <a:gd name="connsiteX8-197" fmla="*/ 45010 w 64821"/>
                <a:gd name="connsiteY8-198" fmla="*/ 15728 h 37357"/>
                <a:gd name="connsiteX9-199" fmla="*/ 50412 w 64821"/>
                <a:gd name="connsiteY9-200" fmla="*/ 27535 h 37357"/>
                <a:gd name="connsiteX10-201" fmla="*/ 64821 w 64821"/>
                <a:gd name="connsiteY10-202" fmla="*/ 37357 h 37357"/>
                <a:gd name="connsiteX11-203" fmla="*/ 64780 w 64821"/>
                <a:gd name="connsiteY11-204" fmla="*/ 476 h 37357"/>
                <a:gd name="connsiteX12-205" fmla="*/ 41692 w 64821"/>
                <a:gd name="connsiteY12-206" fmla="*/ 325 h 37357"/>
                <a:gd name="connsiteX13-207" fmla="*/ 12692 w 64821"/>
                <a:gd name="connsiteY13-208" fmla="*/ 774 h 37357"/>
                <a:gd name="connsiteX14-209" fmla="*/ 5281 w 64821"/>
                <a:gd name="connsiteY14-210" fmla="*/ 525 h 37357"/>
                <a:gd name="connsiteX0-211" fmla="*/ 5281 w 64821"/>
                <a:gd name="connsiteY0-212" fmla="*/ 200 h 37032"/>
                <a:gd name="connsiteX1-213" fmla="*/ 15 w 64821"/>
                <a:gd name="connsiteY1-214" fmla="*/ 1074 h 37032"/>
                <a:gd name="connsiteX2-215" fmla="*/ 5037 w 64821"/>
                <a:gd name="connsiteY2-216" fmla="*/ 2793 h 37032"/>
                <a:gd name="connsiteX3-217" fmla="*/ 10103 w 64821"/>
                <a:gd name="connsiteY3-218" fmla="*/ 6654 h 37032"/>
                <a:gd name="connsiteX4-219" fmla="*/ 24767 w 64821"/>
                <a:gd name="connsiteY4-220" fmla="*/ 22545 h 37032"/>
                <a:gd name="connsiteX5-221" fmla="*/ 25984 w 64821"/>
                <a:gd name="connsiteY5-222" fmla="*/ 22637 h 37032"/>
                <a:gd name="connsiteX6-223" fmla="*/ 38649 w 64821"/>
                <a:gd name="connsiteY6-224" fmla="*/ 15514 h 37032"/>
                <a:gd name="connsiteX7-225" fmla="*/ 41913 w 64821"/>
                <a:gd name="connsiteY7-226" fmla="*/ 14562 h 37032"/>
                <a:gd name="connsiteX8-227" fmla="*/ 45010 w 64821"/>
                <a:gd name="connsiteY8-228" fmla="*/ 15403 h 37032"/>
                <a:gd name="connsiteX9-229" fmla="*/ 50412 w 64821"/>
                <a:gd name="connsiteY9-230" fmla="*/ 27210 h 37032"/>
                <a:gd name="connsiteX10-231" fmla="*/ 64821 w 64821"/>
                <a:gd name="connsiteY10-232" fmla="*/ 37032 h 37032"/>
                <a:gd name="connsiteX11-233" fmla="*/ 64780 w 64821"/>
                <a:gd name="connsiteY11-234" fmla="*/ 151 h 37032"/>
                <a:gd name="connsiteX12-235" fmla="*/ 41692 w 64821"/>
                <a:gd name="connsiteY12-236" fmla="*/ 0 h 37032"/>
                <a:gd name="connsiteX13-237" fmla="*/ 12692 w 64821"/>
                <a:gd name="connsiteY13-238" fmla="*/ 449 h 37032"/>
                <a:gd name="connsiteX14-239" fmla="*/ 5281 w 64821"/>
                <a:gd name="connsiteY14-240" fmla="*/ 200 h 37032"/>
                <a:gd name="connsiteX0-241" fmla="*/ 5281 w 64909"/>
                <a:gd name="connsiteY0-242" fmla="*/ 200 h 37032"/>
                <a:gd name="connsiteX1-243" fmla="*/ 15 w 64909"/>
                <a:gd name="connsiteY1-244" fmla="*/ 1074 h 37032"/>
                <a:gd name="connsiteX2-245" fmla="*/ 5037 w 64909"/>
                <a:gd name="connsiteY2-246" fmla="*/ 2793 h 37032"/>
                <a:gd name="connsiteX3-247" fmla="*/ 10103 w 64909"/>
                <a:gd name="connsiteY3-248" fmla="*/ 6654 h 37032"/>
                <a:gd name="connsiteX4-249" fmla="*/ 24767 w 64909"/>
                <a:gd name="connsiteY4-250" fmla="*/ 22545 h 37032"/>
                <a:gd name="connsiteX5-251" fmla="*/ 25984 w 64909"/>
                <a:gd name="connsiteY5-252" fmla="*/ 22637 h 37032"/>
                <a:gd name="connsiteX6-253" fmla="*/ 38649 w 64909"/>
                <a:gd name="connsiteY6-254" fmla="*/ 15514 h 37032"/>
                <a:gd name="connsiteX7-255" fmla="*/ 41913 w 64909"/>
                <a:gd name="connsiteY7-256" fmla="*/ 14562 h 37032"/>
                <a:gd name="connsiteX8-257" fmla="*/ 45010 w 64909"/>
                <a:gd name="connsiteY8-258" fmla="*/ 15403 h 37032"/>
                <a:gd name="connsiteX9-259" fmla="*/ 50412 w 64909"/>
                <a:gd name="connsiteY9-260" fmla="*/ 27210 h 37032"/>
                <a:gd name="connsiteX10-261" fmla="*/ 64821 w 64909"/>
                <a:gd name="connsiteY10-262" fmla="*/ 37032 h 37032"/>
                <a:gd name="connsiteX11-263" fmla="*/ 64780 w 64909"/>
                <a:gd name="connsiteY11-264" fmla="*/ 151 h 37032"/>
                <a:gd name="connsiteX12-265" fmla="*/ 41692 w 64909"/>
                <a:gd name="connsiteY12-266" fmla="*/ 0 h 37032"/>
                <a:gd name="connsiteX13-267" fmla="*/ 12692 w 64909"/>
                <a:gd name="connsiteY13-268" fmla="*/ 449 h 37032"/>
                <a:gd name="connsiteX14-269" fmla="*/ 5281 w 64909"/>
                <a:gd name="connsiteY14-270" fmla="*/ 200 h 37032"/>
                <a:gd name="connsiteX0-271" fmla="*/ 5545 w 65173"/>
                <a:gd name="connsiteY0-272" fmla="*/ 202 h 37034"/>
                <a:gd name="connsiteX1-273" fmla="*/ 13 w 65173"/>
                <a:gd name="connsiteY1-274" fmla="*/ 349 h 37034"/>
                <a:gd name="connsiteX2-275" fmla="*/ 5301 w 65173"/>
                <a:gd name="connsiteY2-276" fmla="*/ 2795 h 37034"/>
                <a:gd name="connsiteX3-277" fmla="*/ 10367 w 65173"/>
                <a:gd name="connsiteY3-278" fmla="*/ 6656 h 37034"/>
                <a:gd name="connsiteX4-279" fmla="*/ 25031 w 65173"/>
                <a:gd name="connsiteY4-280" fmla="*/ 22547 h 37034"/>
                <a:gd name="connsiteX5-281" fmla="*/ 26248 w 65173"/>
                <a:gd name="connsiteY5-282" fmla="*/ 22639 h 37034"/>
                <a:gd name="connsiteX6-283" fmla="*/ 38913 w 65173"/>
                <a:gd name="connsiteY6-284" fmla="*/ 15516 h 37034"/>
                <a:gd name="connsiteX7-285" fmla="*/ 42177 w 65173"/>
                <a:gd name="connsiteY7-286" fmla="*/ 14564 h 37034"/>
                <a:gd name="connsiteX8-287" fmla="*/ 45274 w 65173"/>
                <a:gd name="connsiteY8-288" fmla="*/ 15405 h 37034"/>
                <a:gd name="connsiteX9-289" fmla="*/ 50676 w 65173"/>
                <a:gd name="connsiteY9-290" fmla="*/ 27212 h 37034"/>
                <a:gd name="connsiteX10-291" fmla="*/ 65085 w 65173"/>
                <a:gd name="connsiteY10-292" fmla="*/ 37034 h 37034"/>
                <a:gd name="connsiteX11-293" fmla="*/ 65044 w 65173"/>
                <a:gd name="connsiteY11-294" fmla="*/ 153 h 37034"/>
                <a:gd name="connsiteX12-295" fmla="*/ 41956 w 65173"/>
                <a:gd name="connsiteY12-296" fmla="*/ 2 h 37034"/>
                <a:gd name="connsiteX13-297" fmla="*/ 12956 w 65173"/>
                <a:gd name="connsiteY13-298" fmla="*/ 451 h 37034"/>
                <a:gd name="connsiteX14-299" fmla="*/ 5545 w 65173"/>
                <a:gd name="connsiteY14-300" fmla="*/ 202 h 3703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65173" h="37034" extrusionOk="0">
                  <a:moveTo>
                    <a:pt x="5545" y="202"/>
                  </a:moveTo>
                  <a:cubicBezTo>
                    <a:pt x="2631" y="202"/>
                    <a:pt x="-223" y="-339"/>
                    <a:pt x="13" y="349"/>
                  </a:cubicBezTo>
                  <a:cubicBezTo>
                    <a:pt x="236" y="974"/>
                    <a:pt x="3575" y="1744"/>
                    <a:pt x="5301" y="2795"/>
                  </a:cubicBezTo>
                  <a:cubicBezTo>
                    <a:pt x="7027" y="3846"/>
                    <a:pt x="8939" y="5071"/>
                    <a:pt x="10367" y="6656"/>
                  </a:cubicBezTo>
                  <a:cubicBezTo>
                    <a:pt x="13715" y="10294"/>
                    <a:pt x="16661" y="21252"/>
                    <a:pt x="25031" y="22547"/>
                  </a:cubicBezTo>
                  <a:cubicBezTo>
                    <a:pt x="25440" y="22609"/>
                    <a:pt x="25846" y="22639"/>
                    <a:pt x="26248" y="22639"/>
                  </a:cubicBezTo>
                  <a:cubicBezTo>
                    <a:pt x="31891" y="22639"/>
                    <a:pt x="36851" y="16871"/>
                    <a:pt x="38913" y="15516"/>
                  </a:cubicBezTo>
                  <a:cubicBezTo>
                    <a:pt x="39905" y="14883"/>
                    <a:pt x="41038" y="14564"/>
                    <a:pt x="42177" y="14564"/>
                  </a:cubicBezTo>
                  <a:cubicBezTo>
                    <a:pt x="43243" y="14564"/>
                    <a:pt x="44314" y="14844"/>
                    <a:pt x="45274" y="15405"/>
                  </a:cubicBezTo>
                  <a:cubicBezTo>
                    <a:pt x="49069" y="17704"/>
                    <a:pt x="49113" y="23060"/>
                    <a:pt x="50676" y="27212"/>
                  </a:cubicBezTo>
                  <a:cubicBezTo>
                    <a:pt x="52684" y="32345"/>
                    <a:pt x="59617" y="36343"/>
                    <a:pt x="65085" y="37034"/>
                  </a:cubicBezTo>
                  <a:cubicBezTo>
                    <a:pt x="64706" y="25853"/>
                    <a:pt x="65461" y="11842"/>
                    <a:pt x="65044" y="153"/>
                  </a:cubicBezTo>
                  <a:cubicBezTo>
                    <a:pt x="57481" y="503"/>
                    <a:pt x="49210" y="247"/>
                    <a:pt x="41956" y="2"/>
                  </a:cubicBezTo>
                  <a:lnTo>
                    <a:pt x="12956" y="451"/>
                  </a:lnTo>
                  <a:cubicBezTo>
                    <a:pt x="12182" y="417"/>
                    <a:pt x="8676" y="202"/>
                    <a:pt x="5545" y="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22;p2">
              <a:extLst>
                <a:ext uri="{FF2B5EF4-FFF2-40B4-BE49-F238E27FC236}">
                  <a16:creationId xmlns:a16="http://schemas.microsoft.com/office/drawing/2014/main" id="{A69F172E-5123-8964-A836-441746B680D3}"/>
                </a:ext>
              </a:extLst>
            </p:cNvPr>
            <p:cNvSpPr/>
            <p:nvPr/>
          </p:nvSpPr>
          <p:spPr>
            <a:xfrm rot="13954858">
              <a:off x="718197" y="5760830"/>
              <a:ext cx="291754" cy="291754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2DA1CB74-502D-82FF-1BE2-6FC32A876FA2}"/>
              </a:ext>
            </a:extLst>
          </p:cNvPr>
          <p:cNvSpPr/>
          <p:nvPr/>
        </p:nvSpPr>
        <p:spPr>
          <a:xfrm rot="10800000" flipH="1">
            <a:off x="6316632" y="4864375"/>
            <a:ext cx="5982764" cy="3108984"/>
          </a:xfrm>
          <a:custGeom>
            <a:avLst/>
            <a:gdLst>
              <a:gd name="connsiteX0" fmla="*/ 5281 w 64821"/>
              <a:gd name="connsiteY0" fmla="*/ 0 h 36832"/>
              <a:gd name="connsiteX1" fmla="*/ 15 w 64821"/>
              <a:gd name="connsiteY1" fmla="*/ 874 h 36832"/>
              <a:gd name="connsiteX2" fmla="*/ 5037 w 64821"/>
              <a:gd name="connsiteY2" fmla="*/ 2593 h 36832"/>
              <a:gd name="connsiteX3" fmla="*/ 10103 w 64821"/>
              <a:gd name="connsiteY3" fmla="*/ 6454 h 36832"/>
              <a:gd name="connsiteX4" fmla="*/ 24767 w 64821"/>
              <a:gd name="connsiteY4" fmla="*/ 22345 h 36832"/>
              <a:gd name="connsiteX5" fmla="*/ 25984 w 64821"/>
              <a:gd name="connsiteY5" fmla="*/ 22437 h 36832"/>
              <a:gd name="connsiteX6" fmla="*/ 38649 w 64821"/>
              <a:gd name="connsiteY6" fmla="*/ 15314 h 36832"/>
              <a:gd name="connsiteX7" fmla="*/ 41913 w 64821"/>
              <a:gd name="connsiteY7" fmla="*/ 14362 h 36832"/>
              <a:gd name="connsiteX8" fmla="*/ 45010 w 64821"/>
              <a:gd name="connsiteY8" fmla="*/ 15203 h 36832"/>
              <a:gd name="connsiteX9" fmla="*/ 50412 w 64821"/>
              <a:gd name="connsiteY9" fmla="*/ 27010 h 36832"/>
              <a:gd name="connsiteX10" fmla="*/ 64821 w 64821"/>
              <a:gd name="connsiteY10" fmla="*/ 36832 h 36832"/>
              <a:gd name="connsiteX11" fmla="*/ 64472 w 64821"/>
              <a:gd name="connsiteY11" fmla="*/ 2994 h 36832"/>
              <a:gd name="connsiteX12" fmla="*/ 42756 w 64821"/>
              <a:gd name="connsiteY12" fmla="*/ 1254 h 36832"/>
              <a:gd name="connsiteX13" fmla="*/ 12692 w 64821"/>
              <a:gd name="connsiteY13" fmla="*/ 249 h 36832"/>
              <a:gd name="connsiteX14" fmla="*/ 5281 w 64821"/>
              <a:gd name="connsiteY14" fmla="*/ 0 h 36832"/>
              <a:gd name="connsiteX0-1" fmla="*/ 5281 w 64821"/>
              <a:gd name="connsiteY0-2" fmla="*/ 0 h 36832"/>
              <a:gd name="connsiteX1-3" fmla="*/ 15 w 64821"/>
              <a:gd name="connsiteY1-4" fmla="*/ 874 h 36832"/>
              <a:gd name="connsiteX2-5" fmla="*/ 5037 w 64821"/>
              <a:gd name="connsiteY2-6" fmla="*/ 2593 h 36832"/>
              <a:gd name="connsiteX3-7" fmla="*/ 10103 w 64821"/>
              <a:gd name="connsiteY3-8" fmla="*/ 6454 h 36832"/>
              <a:gd name="connsiteX4-9" fmla="*/ 24767 w 64821"/>
              <a:gd name="connsiteY4-10" fmla="*/ 22345 h 36832"/>
              <a:gd name="connsiteX5-11" fmla="*/ 25984 w 64821"/>
              <a:gd name="connsiteY5-12" fmla="*/ 22437 h 36832"/>
              <a:gd name="connsiteX6-13" fmla="*/ 38649 w 64821"/>
              <a:gd name="connsiteY6-14" fmla="*/ 15314 h 36832"/>
              <a:gd name="connsiteX7-15" fmla="*/ 41913 w 64821"/>
              <a:gd name="connsiteY7-16" fmla="*/ 14362 h 36832"/>
              <a:gd name="connsiteX8-17" fmla="*/ 45010 w 64821"/>
              <a:gd name="connsiteY8-18" fmla="*/ 15203 h 36832"/>
              <a:gd name="connsiteX9-19" fmla="*/ 50412 w 64821"/>
              <a:gd name="connsiteY9-20" fmla="*/ 27010 h 36832"/>
              <a:gd name="connsiteX10-21" fmla="*/ 64821 w 64821"/>
              <a:gd name="connsiteY10-22" fmla="*/ 36832 h 36832"/>
              <a:gd name="connsiteX11-23" fmla="*/ 64821 w 64821"/>
              <a:gd name="connsiteY11-24" fmla="*/ 2231 h 36832"/>
              <a:gd name="connsiteX12-25" fmla="*/ 42756 w 64821"/>
              <a:gd name="connsiteY12-26" fmla="*/ 1254 h 36832"/>
              <a:gd name="connsiteX13-27" fmla="*/ 12692 w 64821"/>
              <a:gd name="connsiteY13-28" fmla="*/ 249 h 36832"/>
              <a:gd name="connsiteX14-29" fmla="*/ 5281 w 64821"/>
              <a:gd name="connsiteY14-30" fmla="*/ 0 h 36832"/>
              <a:gd name="connsiteX0-31" fmla="*/ 5281 w 64821"/>
              <a:gd name="connsiteY0-32" fmla="*/ 0 h 36832"/>
              <a:gd name="connsiteX1-33" fmla="*/ 15 w 64821"/>
              <a:gd name="connsiteY1-34" fmla="*/ 874 h 36832"/>
              <a:gd name="connsiteX2-35" fmla="*/ 5037 w 64821"/>
              <a:gd name="connsiteY2-36" fmla="*/ 2593 h 36832"/>
              <a:gd name="connsiteX3-37" fmla="*/ 10103 w 64821"/>
              <a:gd name="connsiteY3-38" fmla="*/ 6454 h 36832"/>
              <a:gd name="connsiteX4-39" fmla="*/ 24767 w 64821"/>
              <a:gd name="connsiteY4-40" fmla="*/ 22345 h 36832"/>
              <a:gd name="connsiteX5-41" fmla="*/ 25984 w 64821"/>
              <a:gd name="connsiteY5-42" fmla="*/ 22437 h 36832"/>
              <a:gd name="connsiteX6-43" fmla="*/ 38649 w 64821"/>
              <a:gd name="connsiteY6-44" fmla="*/ 15314 h 36832"/>
              <a:gd name="connsiteX7-45" fmla="*/ 41913 w 64821"/>
              <a:gd name="connsiteY7-46" fmla="*/ 14362 h 36832"/>
              <a:gd name="connsiteX8-47" fmla="*/ 45010 w 64821"/>
              <a:gd name="connsiteY8-48" fmla="*/ 15203 h 36832"/>
              <a:gd name="connsiteX9-49" fmla="*/ 50412 w 64821"/>
              <a:gd name="connsiteY9-50" fmla="*/ 27010 h 36832"/>
              <a:gd name="connsiteX10-51" fmla="*/ 64821 w 64821"/>
              <a:gd name="connsiteY10-52" fmla="*/ 36832 h 36832"/>
              <a:gd name="connsiteX11-53" fmla="*/ 64821 w 64821"/>
              <a:gd name="connsiteY11-54" fmla="*/ 2231 h 36832"/>
              <a:gd name="connsiteX12-55" fmla="*/ 42756 w 64821"/>
              <a:gd name="connsiteY12-56" fmla="*/ 1254 h 36832"/>
              <a:gd name="connsiteX13-57" fmla="*/ 12692 w 64821"/>
              <a:gd name="connsiteY13-58" fmla="*/ 249 h 36832"/>
              <a:gd name="connsiteX14-59" fmla="*/ 5281 w 64821"/>
              <a:gd name="connsiteY14-60" fmla="*/ 0 h 36832"/>
              <a:gd name="connsiteX0-61" fmla="*/ 5281 w 64821"/>
              <a:gd name="connsiteY0-62" fmla="*/ 0 h 36832"/>
              <a:gd name="connsiteX1-63" fmla="*/ 15 w 64821"/>
              <a:gd name="connsiteY1-64" fmla="*/ 874 h 36832"/>
              <a:gd name="connsiteX2-65" fmla="*/ 5037 w 64821"/>
              <a:gd name="connsiteY2-66" fmla="*/ 2593 h 36832"/>
              <a:gd name="connsiteX3-67" fmla="*/ 10103 w 64821"/>
              <a:gd name="connsiteY3-68" fmla="*/ 6454 h 36832"/>
              <a:gd name="connsiteX4-69" fmla="*/ 24767 w 64821"/>
              <a:gd name="connsiteY4-70" fmla="*/ 22345 h 36832"/>
              <a:gd name="connsiteX5-71" fmla="*/ 25984 w 64821"/>
              <a:gd name="connsiteY5-72" fmla="*/ 22437 h 36832"/>
              <a:gd name="connsiteX6-73" fmla="*/ 38649 w 64821"/>
              <a:gd name="connsiteY6-74" fmla="*/ 15314 h 36832"/>
              <a:gd name="connsiteX7-75" fmla="*/ 41913 w 64821"/>
              <a:gd name="connsiteY7-76" fmla="*/ 14362 h 36832"/>
              <a:gd name="connsiteX8-77" fmla="*/ 45010 w 64821"/>
              <a:gd name="connsiteY8-78" fmla="*/ 15203 h 36832"/>
              <a:gd name="connsiteX9-79" fmla="*/ 50412 w 64821"/>
              <a:gd name="connsiteY9-80" fmla="*/ 27010 h 36832"/>
              <a:gd name="connsiteX10-81" fmla="*/ 64821 w 64821"/>
              <a:gd name="connsiteY10-82" fmla="*/ 36832 h 36832"/>
              <a:gd name="connsiteX11-83" fmla="*/ 64647 w 64821"/>
              <a:gd name="connsiteY11-84" fmla="*/ 2422 h 36832"/>
              <a:gd name="connsiteX12-85" fmla="*/ 42756 w 64821"/>
              <a:gd name="connsiteY12-86" fmla="*/ 1254 h 36832"/>
              <a:gd name="connsiteX13-87" fmla="*/ 12692 w 64821"/>
              <a:gd name="connsiteY13-88" fmla="*/ 249 h 36832"/>
              <a:gd name="connsiteX14-89" fmla="*/ 5281 w 64821"/>
              <a:gd name="connsiteY14-90" fmla="*/ 0 h 36832"/>
              <a:gd name="connsiteX0-91" fmla="*/ 5281 w 64821"/>
              <a:gd name="connsiteY0-92" fmla="*/ 371 h 37203"/>
              <a:gd name="connsiteX1-93" fmla="*/ 15 w 64821"/>
              <a:gd name="connsiteY1-94" fmla="*/ 1245 h 37203"/>
              <a:gd name="connsiteX2-95" fmla="*/ 5037 w 64821"/>
              <a:gd name="connsiteY2-96" fmla="*/ 2964 h 37203"/>
              <a:gd name="connsiteX3-97" fmla="*/ 10103 w 64821"/>
              <a:gd name="connsiteY3-98" fmla="*/ 6825 h 37203"/>
              <a:gd name="connsiteX4-99" fmla="*/ 24767 w 64821"/>
              <a:gd name="connsiteY4-100" fmla="*/ 22716 h 37203"/>
              <a:gd name="connsiteX5-101" fmla="*/ 25984 w 64821"/>
              <a:gd name="connsiteY5-102" fmla="*/ 22808 h 37203"/>
              <a:gd name="connsiteX6-103" fmla="*/ 38649 w 64821"/>
              <a:gd name="connsiteY6-104" fmla="*/ 15685 h 37203"/>
              <a:gd name="connsiteX7-105" fmla="*/ 41913 w 64821"/>
              <a:gd name="connsiteY7-106" fmla="*/ 14733 h 37203"/>
              <a:gd name="connsiteX8-107" fmla="*/ 45010 w 64821"/>
              <a:gd name="connsiteY8-108" fmla="*/ 15574 h 37203"/>
              <a:gd name="connsiteX9-109" fmla="*/ 50412 w 64821"/>
              <a:gd name="connsiteY9-110" fmla="*/ 27381 h 37203"/>
              <a:gd name="connsiteX10-111" fmla="*/ 64821 w 64821"/>
              <a:gd name="connsiteY10-112" fmla="*/ 37203 h 37203"/>
              <a:gd name="connsiteX11-113" fmla="*/ 64780 w 64821"/>
              <a:gd name="connsiteY11-114" fmla="*/ 322 h 37203"/>
              <a:gd name="connsiteX12-115" fmla="*/ 42756 w 64821"/>
              <a:gd name="connsiteY12-116" fmla="*/ 1625 h 37203"/>
              <a:gd name="connsiteX13-117" fmla="*/ 12692 w 64821"/>
              <a:gd name="connsiteY13-118" fmla="*/ 620 h 37203"/>
              <a:gd name="connsiteX14-119" fmla="*/ 5281 w 64821"/>
              <a:gd name="connsiteY14-120" fmla="*/ 371 h 37203"/>
              <a:gd name="connsiteX0-121" fmla="*/ 5281 w 64821"/>
              <a:gd name="connsiteY0-122" fmla="*/ 588 h 37420"/>
              <a:gd name="connsiteX1-123" fmla="*/ 15 w 64821"/>
              <a:gd name="connsiteY1-124" fmla="*/ 1462 h 37420"/>
              <a:gd name="connsiteX2-125" fmla="*/ 5037 w 64821"/>
              <a:gd name="connsiteY2-126" fmla="*/ 3181 h 37420"/>
              <a:gd name="connsiteX3-127" fmla="*/ 10103 w 64821"/>
              <a:gd name="connsiteY3-128" fmla="*/ 7042 h 37420"/>
              <a:gd name="connsiteX4-129" fmla="*/ 24767 w 64821"/>
              <a:gd name="connsiteY4-130" fmla="*/ 22933 h 37420"/>
              <a:gd name="connsiteX5-131" fmla="*/ 25984 w 64821"/>
              <a:gd name="connsiteY5-132" fmla="*/ 23025 h 37420"/>
              <a:gd name="connsiteX6-133" fmla="*/ 38649 w 64821"/>
              <a:gd name="connsiteY6-134" fmla="*/ 15902 h 37420"/>
              <a:gd name="connsiteX7-135" fmla="*/ 41913 w 64821"/>
              <a:gd name="connsiteY7-136" fmla="*/ 14950 h 37420"/>
              <a:gd name="connsiteX8-137" fmla="*/ 45010 w 64821"/>
              <a:gd name="connsiteY8-138" fmla="*/ 15791 h 37420"/>
              <a:gd name="connsiteX9-139" fmla="*/ 50412 w 64821"/>
              <a:gd name="connsiteY9-140" fmla="*/ 27598 h 37420"/>
              <a:gd name="connsiteX10-141" fmla="*/ 64821 w 64821"/>
              <a:gd name="connsiteY10-142" fmla="*/ 37420 h 37420"/>
              <a:gd name="connsiteX11-143" fmla="*/ 64780 w 64821"/>
              <a:gd name="connsiteY11-144" fmla="*/ 539 h 37420"/>
              <a:gd name="connsiteX12-145" fmla="*/ 41692 w 64821"/>
              <a:gd name="connsiteY12-146" fmla="*/ 388 h 37420"/>
              <a:gd name="connsiteX13-147" fmla="*/ 12692 w 64821"/>
              <a:gd name="connsiteY13-148" fmla="*/ 837 h 37420"/>
              <a:gd name="connsiteX14-149" fmla="*/ 5281 w 64821"/>
              <a:gd name="connsiteY14-150" fmla="*/ 588 h 37420"/>
              <a:gd name="connsiteX0-151" fmla="*/ 5281 w 64821"/>
              <a:gd name="connsiteY0-152" fmla="*/ 588 h 37420"/>
              <a:gd name="connsiteX1-153" fmla="*/ 15 w 64821"/>
              <a:gd name="connsiteY1-154" fmla="*/ 1462 h 37420"/>
              <a:gd name="connsiteX2-155" fmla="*/ 5037 w 64821"/>
              <a:gd name="connsiteY2-156" fmla="*/ 3181 h 37420"/>
              <a:gd name="connsiteX3-157" fmla="*/ 10103 w 64821"/>
              <a:gd name="connsiteY3-158" fmla="*/ 7042 h 37420"/>
              <a:gd name="connsiteX4-159" fmla="*/ 24767 w 64821"/>
              <a:gd name="connsiteY4-160" fmla="*/ 22933 h 37420"/>
              <a:gd name="connsiteX5-161" fmla="*/ 25984 w 64821"/>
              <a:gd name="connsiteY5-162" fmla="*/ 23025 h 37420"/>
              <a:gd name="connsiteX6-163" fmla="*/ 38649 w 64821"/>
              <a:gd name="connsiteY6-164" fmla="*/ 15902 h 37420"/>
              <a:gd name="connsiteX7-165" fmla="*/ 41913 w 64821"/>
              <a:gd name="connsiteY7-166" fmla="*/ 14950 h 37420"/>
              <a:gd name="connsiteX8-167" fmla="*/ 45010 w 64821"/>
              <a:gd name="connsiteY8-168" fmla="*/ 15791 h 37420"/>
              <a:gd name="connsiteX9-169" fmla="*/ 50412 w 64821"/>
              <a:gd name="connsiteY9-170" fmla="*/ 27598 h 37420"/>
              <a:gd name="connsiteX10-171" fmla="*/ 64821 w 64821"/>
              <a:gd name="connsiteY10-172" fmla="*/ 37420 h 37420"/>
              <a:gd name="connsiteX11-173" fmla="*/ 64780 w 64821"/>
              <a:gd name="connsiteY11-174" fmla="*/ 539 h 37420"/>
              <a:gd name="connsiteX12-175" fmla="*/ 41692 w 64821"/>
              <a:gd name="connsiteY12-176" fmla="*/ 388 h 37420"/>
              <a:gd name="connsiteX13-177" fmla="*/ 12692 w 64821"/>
              <a:gd name="connsiteY13-178" fmla="*/ 837 h 37420"/>
              <a:gd name="connsiteX14-179" fmla="*/ 5281 w 64821"/>
              <a:gd name="connsiteY14-180" fmla="*/ 588 h 37420"/>
              <a:gd name="connsiteX0-181" fmla="*/ 5281 w 64821"/>
              <a:gd name="connsiteY0-182" fmla="*/ 525 h 37357"/>
              <a:gd name="connsiteX1-183" fmla="*/ 15 w 64821"/>
              <a:gd name="connsiteY1-184" fmla="*/ 1399 h 37357"/>
              <a:gd name="connsiteX2-185" fmla="*/ 5037 w 64821"/>
              <a:gd name="connsiteY2-186" fmla="*/ 3118 h 37357"/>
              <a:gd name="connsiteX3-187" fmla="*/ 10103 w 64821"/>
              <a:gd name="connsiteY3-188" fmla="*/ 6979 h 37357"/>
              <a:gd name="connsiteX4-189" fmla="*/ 24767 w 64821"/>
              <a:gd name="connsiteY4-190" fmla="*/ 22870 h 37357"/>
              <a:gd name="connsiteX5-191" fmla="*/ 25984 w 64821"/>
              <a:gd name="connsiteY5-192" fmla="*/ 22962 h 37357"/>
              <a:gd name="connsiteX6-193" fmla="*/ 38649 w 64821"/>
              <a:gd name="connsiteY6-194" fmla="*/ 15839 h 37357"/>
              <a:gd name="connsiteX7-195" fmla="*/ 41913 w 64821"/>
              <a:gd name="connsiteY7-196" fmla="*/ 14887 h 37357"/>
              <a:gd name="connsiteX8-197" fmla="*/ 45010 w 64821"/>
              <a:gd name="connsiteY8-198" fmla="*/ 15728 h 37357"/>
              <a:gd name="connsiteX9-199" fmla="*/ 50412 w 64821"/>
              <a:gd name="connsiteY9-200" fmla="*/ 27535 h 37357"/>
              <a:gd name="connsiteX10-201" fmla="*/ 64821 w 64821"/>
              <a:gd name="connsiteY10-202" fmla="*/ 37357 h 37357"/>
              <a:gd name="connsiteX11-203" fmla="*/ 64780 w 64821"/>
              <a:gd name="connsiteY11-204" fmla="*/ 476 h 37357"/>
              <a:gd name="connsiteX12-205" fmla="*/ 41692 w 64821"/>
              <a:gd name="connsiteY12-206" fmla="*/ 325 h 37357"/>
              <a:gd name="connsiteX13-207" fmla="*/ 12692 w 64821"/>
              <a:gd name="connsiteY13-208" fmla="*/ 774 h 37357"/>
              <a:gd name="connsiteX14-209" fmla="*/ 5281 w 64821"/>
              <a:gd name="connsiteY14-210" fmla="*/ 525 h 37357"/>
              <a:gd name="connsiteX0-211" fmla="*/ 5281 w 64821"/>
              <a:gd name="connsiteY0-212" fmla="*/ 200 h 37032"/>
              <a:gd name="connsiteX1-213" fmla="*/ 15 w 64821"/>
              <a:gd name="connsiteY1-214" fmla="*/ 1074 h 37032"/>
              <a:gd name="connsiteX2-215" fmla="*/ 5037 w 64821"/>
              <a:gd name="connsiteY2-216" fmla="*/ 2793 h 37032"/>
              <a:gd name="connsiteX3-217" fmla="*/ 10103 w 64821"/>
              <a:gd name="connsiteY3-218" fmla="*/ 6654 h 37032"/>
              <a:gd name="connsiteX4-219" fmla="*/ 24767 w 64821"/>
              <a:gd name="connsiteY4-220" fmla="*/ 22545 h 37032"/>
              <a:gd name="connsiteX5-221" fmla="*/ 25984 w 64821"/>
              <a:gd name="connsiteY5-222" fmla="*/ 22637 h 37032"/>
              <a:gd name="connsiteX6-223" fmla="*/ 38649 w 64821"/>
              <a:gd name="connsiteY6-224" fmla="*/ 15514 h 37032"/>
              <a:gd name="connsiteX7-225" fmla="*/ 41913 w 64821"/>
              <a:gd name="connsiteY7-226" fmla="*/ 14562 h 37032"/>
              <a:gd name="connsiteX8-227" fmla="*/ 45010 w 64821"/>
              <a:gd name="connsiteY8-228" fmla="*/ 15403 h 37032"/>
              <a:gd name="connsiteX9-229" fmla="*/ 50412 w 64821"/>
              <a:gd name="connsiteY9-230" fmla="*/ 27210 h 37032"/>
              <a:gd name="connsiteX10-231" fmla="*/ 64821 w 64821"/>
              <a:gd name="connsiteY10-232" fmla="*/ 37032 h 37032"/>
              <a:gd name="connsiteX11-233" fmla="*/ 64780 w 64821"/>
              <a:gd name="connsiteY11-234" fmla="*/ 151 h 37032"/>
              <a:gd name="connsiteX12-235" fmla="*/ 41692 w 64821"/>
              <a:gd name="connsiteY12-236" fmla="*/ 0 h 37032"/>
              <a:gd name="connsiteX13-237" fmla="*/ 12692 w 64821"/>
              <a:gd name="connsiteY13-238" fmla="*/ 449 h 37032"/>
              <a:gd name="connsiteX14-239" fmla="*/ 5281 w 64821"/>
              <a:gd name="connsiteY14-240" fmla="*/ 200 h 37032"/>
              <a:gd name="connsiteX0-241" fmla="*/ 5281 w 64909"/>
              <a:gd name="connsiteY0-242" fmla="*/ 200 h 37032"/>
              <a:gd name="connsiteX1-243" fmla="*/ 15 w 64909"/>
              <a:gd name="connsiteY1-244" fmla="*/ 1074 h 37032"/>
              <a:gd name="connsiteX2-245" fmla="*/ 5037 w 64909"/>
              <a:gd name="connsiteY2-246" fmla="*/ 2793 h 37032"/>
              <a:gd name="connsiteX3-247" fmla="*/ 10103 w 64909"/>
              <a:gd name="connsiteY3-248" fmla="*/ 6654 h 37032"/>
              <a:gd name="connsiteX4-249" fmla="*/ 24767 w 64909"/>
              <a:gd name="connsiteY4-250" fmla="*/ 22545 h 37032"/>
              <a:gd name="connsiteX5-251" fmla="*/ 25984 w 64909"/>
              <a:gd name="connsiteY5-252" fmla="*/ 22637 h 37032"/>
              <a:gd name="connsiteX6-253" fmla="*/ 38649 w 64909"/>
              <a:gd name="connsiteY6-254" fmla="*/ 15514 h 37032"/>
              <a:gd name="connsiteX7-255" fmla="*/ 41913 w 64909"/>
              <a:gd name="connsiteY7-256" fmla="*/ 14562 h 37032"/>
              <a:gd name="connsiteX8-257" fmla="*/ 45010 w 64909"/>
              <a:gd name="connsiteY8-258" fmla="*/ 15403 h 37032"/>
              <a:gd name="connsiteX9-259" fmla="*/ 50412 w 64909"/>
              <a:gd name="connsiteY9-260" fmla="*/ 27210 h 37032"/>
              <a:gd name="connsiteX10-261" fmla="*/ 64821 w 64909"/>
              <a:gd name="connsiteY10-262" fmla="*/ 37032 h 37032"/>
              <a:gd name="connsiteX11-263" fmla="*/ 64780 w 64909"/>
              <a:gd name="connsiteY11-264" fmla="*/ 151 h 37032"/>
              <a:gd name="connsiteX12-265" fmla="*/ 41692 w 64909"/>
              <a:gd name="connsiteY12-266" fmla="*/ 0 h 37032"/>
              <a:gd name="connsiteX13-267" fmla="*/ 12692 w 64909"/>
              <a:gd name="connsiteY13-268" fmla="*/ 449 h 37032"/>
              <a:gd name="connsiteX14-269" fmla="*/ 5281 w 64909"/>
              <a:gd name="connsiteY14-270" fmla="*/ 200 h 37032"/>
              <a:gd name="connsiteX0-271" fmla="*/ 5545 w 65173"/>
              <a:gd name="connsiteY0-272" fmla="*/ 202 h 37034"/>
              <a:gd name="connsiteX1-273" fmla="*/ 13 w 65173"/>
              <a:gd name="connsiteY1-274" fmla="*/ 349 h 37034"/>
              <a:gd name="connsiteX2-275" fmla="*/ 5301 w 65173"/>
              <a:gd name="connsiteY2-276" fmla="*/ 2795 h 37034"/>
              <a:gd name="connsiteX3-277" fmla="*/ 10367 w 65173"/>
              <a:gd name="connsiteY3-278" fmla="*/ 6656 h 37034"/>
              <a:gd name="connsiteX4-279" fmla="*/ 25031 w 65173"/>
              <a:gd name="connsiteY4-280" fmla="*/ 22547 h 37034"/>
              <a:gd name="connsiteX5-281" fmla="*/ 26248 w 65173"/>
              <a:gd name="connsiteY5-282" fmla="*/ 22639 h 37034"/>
              <a:gd name="connsiteX6-283" fmla="*/ 38913 w 65173"/>
              <a:gd name="connsiteY6-284" fmla="*/ 15516 h 37034"/>
              <a:gd name="connsiteX7-285" fmla="*/ 42177 w 65173"/>
              <a:gd name="connsiteY7-286" fmla="*/ 14564 h 37034"/>
              <a:gd name="connsiteX8-287" fmla="*/ 45274 w 65173"/>
              <a:gd name="connsiteY8-288" fmla="*/ 15405 h 37034"/>
              <a:gd name="connsiteX9-289" fmla="*/ 50676 w 65173"/>
              <a:gd name="connsiteY9-290" fmla="*/ 27212 h 37034"/>
              <a:gd name="connsiteX10-291" fmla="*/ 65085 w 65173"/>
              <a:gd name="connsiteY10-292" fmla="*/ 37034 h 37034"/>
              <a:gd name="connsiteX11-293" fmla="*/ 65044 w 65173"/>
              <a:gd name="connsiteY11-294" fmla="*/ 153 h 37034"/>
              <a:gd name="connsiteX12-295" fmla="*/ 41956 w 65173"/>
              <a:gd name="connsiteY12-296" fmla="*/ 2 h 37034"/>
              <a:gd name="connsiteX13-297" fmla="*/ 12956 w 65173"/>
              <a:gd name="connsiteY13-298" fmla="*/ 451 h 37034"/>
              <a:gd name="connsiteX14-299" fmla="*/ 5545 w 65173"/>
              <a:gd name="connsiteY14-300" fmla="*/ 202 h 37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</a:cxnLst>
            <a:rect l="l" t="t" r="r" b="b"/>
            <a:pathLst>
              <a:path w="65173" h="37034" extrusionOk="0">
                <a:moveTo>
                  <a:pt x="5545" y="202"/>
                </a:moveTo>
                <a:cubicBezTo>
                  <a:pt x="2631" y="202"/>
                  <a:pt x="-223" y="-339"/>
                  <a:pt x="13" y="349"/>
                </a:cubicBezTo>
                <a:cubicBezTo>
                  <a:pt x="236" y="974"/>
                  <a:pt x="3575" y="1744"/>
                  <a:pt x="5301" y="2795"/>
                </a:cubicBezTo>
                <a:cubicBezTo>
                  <a:pt x="7027" y="3846"/>
                  <a:pt x="8939" y="5071"/>
                  <a:pt x="10367" y="6656"/>
                </a:cubicBezTo>
                <a:cubicBezTo>
                  <a:pt x="13715" y="10294"/>
                  <a:pt x="16661" y="21252"/>
                  <a:pt x="25031" y="22547"/>
                </a:cubicBezTo>
                <a:cubicBezTo>
                  <a:pt x="25440" y="22609"/>
                  <a:pt x="25846" y="22639"/>
                  <a:pt x="26248" y="22639"/>
                </a:cubicBezTo>
                <a:cubicBezTo>
                  <a:pt x="31891" y="22639"/>
                  <a:pt x="36851" y="16871"/>
                  <a:pt x="38913" y="15516"/>
                </a:cubicBezTo>
                <a:cubicBezTo>
                  <a:pt x="39905" y="14883"/>
                  <a:pt x="41038" y="14564"/>
                  <a:pt x="42177" y="14564"/>
                </a:cubicBezTo>
                <a:cubicBezTo>
                  <a:pt x="43243" y="14564"/>
                  <a:pt x="44314" y="14844"/>
                  <a:pt x="45274" y="15405"/>
                </a:cubicBezTo>
                <a:cubicBezTo>
                  <a:pt x="49069" y="17704"/>
                  <a:pt x="49113" y="23060"/>
                  <a:pt x="50676" y="27212"/>
                </a:cubicBezTo>
                <a:cubicBezTo>
                  <a:pt x="52684" y="32345"/>
                  <a:pt x="59617" y="36343"/>
                  <a:pt x="65085" y="37034"/>
                </a:cubicBezTo>
                <a:cubicBezTo>
                  <a:pt x="64706" y="25853"/>
                  <a:pt x="65461" y="11842"/>
                  <a:pt x="65044" y="153"/>
                </a:cubicBezTo>
                <a:cubicBezTo>
                  <a:pt x="57481" y="503"/>
                  <a:pt x="49210" y="247"/>
                  <a:pt x="41956" y="2"/>
                </a:cubicBezTo>
                <a:lnTo>
                  <a:pt x="12956" y="451"/>
                </a:lnTo>
                <a:cubicBezTo>
                  <a:pt x="12182" y="417"/>
                  <a:pt x="8676" y="202"/>
                  <a:pt x="5545" y="202"/>
                </a:cubicBezTo>
                <a:close/>
              </a:path>
            </a:pathLst>
          </a:custGeom>
          <a:solidFill>
            <a:srgbClr val="FF6B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22;p2">
            <a:extLst>
              <a:ext uri="{FF2B5EF4-FFF2-40B4-BE49-F238E27FC236}">
                <a16:creationId xmlns:a16="http://schemas.microsoft.com/office/drawing/2014/main" id="{E0C994FB-78F6-7244-768D-3FF252026D15}"/>
              </a:ext>
            </a:extLst>
          </p:cNvPr>
          <p:cNvSpPr/>
          <p:nvPr/>
        </p:nvSpPr>
        <p:spPr>
          <a:xfrm rot="13954858">
            <a:off x="9961042" y="4939627"/>
            <a:ext cx="291754" cy="291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3FFFED72-2F59-C7BA-25FC-52BE6B306B8C}"/>
              </a:ext>
            </a:extLst>
          </p:cNvPr>
          <p:cNvGrpSpPr/>
          <p:nvPr/>
        </p:nvGrpSpPr>
        <p:grpSpPr>
          <a:xfrm>
            <a:off x="5930545" y="2394463"/>
            <a:ext cx="1914335" cy="2443748"/>
            <a:chOff x="4777688" y="2606702"/>
            <a:chExt cx="2536340" cy="3237770"/>
          </a:xfrm>
        </p:grpSpPr>
        <p:grpSp>
          <p:nvGrpSpPr>
            <p:cNvPr id="3" name="Group 82">
              <a:extLst>
                <a:ext uri="{FF2B5EF4-FFF2-40B4-BE49-F238E27FC236}">
                  <a16:creationId xmlns:a16="http://schemas.microsoft.com/office/drawing/2014/main" id="{A9669F21-F17A-E792-19FB-4CE29D779D20}"/>
                </a:ext>
              </a:extLst>
            </p:cNvPr>
            <p:cNvGrpSpPr/>
            <p:nvPr/>
          </p:nvGrpSpPr>
          <p:grpSpPr>
            <a:xfrm>
              <a:off x="5596566" y="4631105"/>
              <a:ext cx="906777" cy="906777"/>
              <a:chOff x="5757333" y="2943779"/>
              <a:chExt cx="795498" cy="795498"/>
            </a:xfrm>
          </p:grpSpPr>
          <p:grpSp>
            <p:nvGrpSpPr>
              <p:cNvPr id="17" name="Group 83">
                <a:extLst>
                  <a:ext uri="{FF2B5EF4-FFF2-40B4-BE49-F238E27FC236}">
                    <a16:creationId xmlns:a16="http://schemas.microsoft.com/office/drawing/2014/main" id="{C53AEACC-4615-EEC4-EBB4-FBC1350483EB}"/>
                  </a:ext>
                </a:extLst>
              </p:cNvPr>
              <p:cNvGrpSpPr/>
              <p:nvPr/>
            </p:nvGrpSpPr>
            <p:grpSpPr>
              <a:xfrm>
                <a:off x="5995780" y="3294766"/>
                <a:ext cx="449164" cy="265293"/>
                <a:chOff x="7175537" y="4438243"/>
                <a:chExt cx="347386" cy="205179"/>
              </a:xfrm>
              <a:solidFill>
                <a:srgbClr val="00B050"/>
              </a:solidFill>
            </p:grpSpPr>
            <p:sp>
              <p:nvSpPr>
                <p:cNvPr id="21" name="Rectangle: Rounded Corners 85">
                  <a:extLst>
                    <a:ext uri="{FF2B5EF4-FFF2-40B4-BE49-F238E27FC236}">
                      <a16:creationId xmlns:a16="http://schemas.microsoft.com/office/drawing/2014/main" id="{4ABD08BD-2C2B-0ECA-0024-253AA5332FAE}"/>
                    </a:ext>
                  </a:extLst>
                </p:cNvPr>
                <p:cNvSpPr/>
                <p:nvPr/>
              </p:nvSpPr>
              <p:spPr>
                <a:xfrm rot="2700000">
                  <a:off x="7120649" y="4493131"/>
                  <a:ext cx="205179" cy="9540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: Rounded Corners 86">
                  <a:extLst>
                    <a:ext uri="{FF2B5EF4-FFF2-40B4-BE49-F238E27FC236}">
                      <a16:creationId xmlns:a16="http://schemas.microsoft.com/office/drawing/2014/main" id="{F3639155-FE34-22F4-B11E-954483C2D42B}"/>
                    </a:ext>
                  </a:extLst>
                </p:cNvPr>
                <p:cNvSpPr/>
                <p:nvPr/>
              </p:nvSpPr>
              <p:spPr>
                <a:xfrm rot="8100000">
                  <a:off x="7183296" y="4445599"/>
                  <a:ext cx="339627" cy="9540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" name="Oval 84">
                <a:extLst>
                  <a:ext uri="{FF2B5EF4-FFF2-40B4-BE49-F238E27FC236}">
                    <a16:creationId xmlns:a16="http://schemas.microsoft.com/office/drawing/2014/main" id="{E0B4AB88-E707-1DF0-3150-E5FD3CD21030}"/>
                  </a:ext>
                </a:extLst>
              </p:cNvPr>
              <p:cNvSpPr/>
              <p:nvPr/>
            </p:nvSpPr>
            <p:spPr>
              <a:xfrm>
                <a:off x="5757333" y="2943779"/>
                <a:ext cx="795498" cy="795498"/>
              </a:xfrm>
              <a:prstGeom prst="ellipse">
                <a:avLst/>
              </a:prstGeom>
              <a:noFill/>
              <a:ln w="889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5DFD5903-1DEC-24BC-1A26-95014E3C0673}"/>
                </a:ext>
              </a:extLst>
            </p:cNvPr>
            <p:cNvSpPr/>
            <p:nvPr/>
          </p:nvSpPr>
          <p:spPr>
            <a:xfrm>
              <a:off x="5277875" y="3330624"/>
              <a:ext cx="1727200" cy="381000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41056944-DE4E-94D6-C045-89BD8F5AFF45}"/>
                </a:ext>
              </a:extLst>
            </p:cNvPr>
            <p:cNvSpPr txBox="1"/>
            <p:nvPr/>
          </p:nvSpPr>
          <p:spPr>
            <a:xfrm>
              <a:off x="4777688" y="2606702"/>
              <a:ext cx="25363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METHODOLOGIE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  <p:cxnSp>
          <p:nvCxnSpPr>
            <p:cNvPr id="12" name="Straight Connector 30">
              <a:extLst>
                <a:ext uri="{FF2B5EF4-FFF2-40B4-BE49-F238E27FC236}">
                  <a16:creationId xmlns:a16="http://schemas.microsoft.com/office/drawing/2014/main" id="{88E206B5-8C5D-1CC9-4C7D-C0D0EF78A9D8}"/>
                </a:ext>
              </a:extLst>
            </p:cNvPr>
            <p:cNvCxnSpPr>
              <a:cxnSpLocks/>
              <a:stCxn id="5" idx="2"/>
              <a:endCxn id="16" idx="0"/>
            </p:cNvCxnSpPr>
            <p:nvPr/>
          </p:nvCxnSpPr>
          <p:spPr>
            <a:xfrm>
              <a:off x="6045858" y="3711624"/>
              <a:ext cx="3542" cy="640111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31">
              <a:extLst>
                <a:ext uri="{FF2B5EF4-FFF2-40B4-BE49-F238E27FC236}">
                  <a16:creationId xmlns:a16="http://schemas.microsoft.com/office/drawing/2014/main" id="{711FADEB-C758-CFB4-4C66-B8A64DBFF153}"/>
                </a:ext>
              </a:extLst>
            </p:cNvPr>
            <p:cNvSpPr/>
            <p:nvPr/>
          </p:nvSpPr>
          <p:spPr>
            <a:xfrm>
              <a:off x="5310239" y="4379744"/>
              <a:ext cx="1464730" cy="146472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6BDA646B-9541-9D95-3D08-15BBF43E1234}"/>
              </a:ext>
            </a:extLst>
          </p:cNvPr>
          <p:cNvGrpSpPr/>
          <p:nvPr/>
        </p:nvGrpSpPr>
        <p:grpSpPr>
          <a:xfrm>
            <a:off x="9813958" y="2168819"/>
            <a:ext cx="1909841" cy="2669392"/>
            <a:chOff x="8955045" y="2299423"/>
            <a:chExt cx="2536339" cy="3545049"/>
          </a:xfrm>
        </p:grpSpPr>
        <p:sp>
          <p:nvSpPr>
            <p:cNvPr id="29" name="Arrow: Chevron 6">
              <a:extLst>
                <a:ext uri="{FF2B5EF4-FFF2-40B4-BE49-F238E27FC236}">
                  <a16:creationId xmlns:a16="http://schemas.microsoft.com/office/drawing/2014/main" id="{F0D95B2A-F693-6359-893A-829DF1F07927}"/>
                </a:ext>
              </a:extLst>
            </p:cNvPr>
            <p:cNvSpPr/>
            <p:nvPr/>
          </p:nvSpPr>
          <p:spPr>
            <a:xfrm>
              <a:off x="9449036" y="3330624"/>
              <a:ext cx="1727200" cy="381000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9A87B81-FDA8-36DF-4062-D1E8ED15931C}"/>
                </a:ext>
              </a:extLst>
            </p:cNvPr>
            <p:cNvSpPr txBox="1"/>
            <p:nvPr/>
          </p:nvSpPr>
          <p:spPr>
            <a:xfrm>
              <a:off x="8955045" y="2299423"/>
              <a:ext cx="2536339" cy="69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CONCLUSION ET PERSPECTIVES</a:t>
              </a:r>
            </a:p>
          </p:txBody>
        </p:sp>
        <p:cxnSp>
          <p:nvCxnSpPr>
            <p:cNvPr id="31" name="Straight Connector 42">
              <a:extLst>
                <a:ext uri="{FF2B5EF4-FFF2-40B4-BE49-F238E27FC236}">
                  <a16:creationId xmlns:a16="http://schemas.microsoft.com/office/drawing/2014/main" id="{5BC5CCB9-C1E3-BA21-9DB6-A283ED6F963C}"/>
                </a:ext>
              </a:extLst>
            </p:cNvPr>
            <p:cNvCxnSpPr>
              <a:cxnSpLocks/>
              <a:stCxn id="29" idx="2"/>
              <a:endCxn id="33" idx="0"/>
            </p:cNvCxnSpPr>
            <p:nvPr/>
          </p:nvCxnSpPr>
          <p:spPr>
            <a:xfrm>
              <a:off x="10223216" y="3711624"/>
              <a:ext cx="12006" cy="640111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76">
              <a:extLst>
                <a:ext uri="{FF2B5EF4-FFF2-40B4-BE49-F238E27FC236}">
                  <a16:creationId xmlns:a16="http://schemas.microsoft.com/office/drawing/2014/main" id="{54D9467E-B175-8C22-0C36-09FA62CA894F}"/>
                </a:ext>
              </a:extLst>
            </p:cNvPr>
            <p:cNvGrpSpPr/>
            <p:nvPr/>
          </p:nvGrpSpPr>
          <p:grpSpPr>
            <a:xfrm>
              <a:off x="9786994" y="4645325"/>
              <a:ext cx="872443" cy="779839"/>
              <a:chOff x="5418138" y="4568825"/>
              <a:chExt cx="568325" cy="508001"/>
            </a:xfrm>
            <a:solidFill>
              <a:schemeClr val="tx1"/>
            </a:solidFill>
          </p:grpSpPr>
          <p:sp>
            <p:nvSpPr>
              <p:cNvPr id="34" name="Freeform 5">
                <a:extLst>
                  <a:ext uri="{FF2B5EF4-FFF2-40B4-BE49-F238E27FC236}">
                    <a16:creationId xmlns:a16="http://schemas.microsoft.com/office/drawing/2014/main" id="{168A80E6-D98B-1FA0-2A36-C1B9AFE9C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5963" y="4730750"/>
                <a:ext cx="128588" cy="346075"/>
              </a:xfrm>
              <a:custGeom>
                <a:avLst/>
                <a:gdLst>
                  <a:gd name="T0" fmla="*/ 40 w 40"/>
                  <a:gd name="T1" fmla="*/ 0 h 107"/>
                  <a:gd name="T2" fmla="*/ 40 w 40"/>
                  <a:gd name="T3" fmla="*/ 107 h 107"/>
                  <a:gd name="T4" fmla="*/ 0 w 40"/>
                  <a:gd name="T5" fmla="*/ 107 h 107"/>
                  <a:gd name="T6" fmla="*/ 0 w 40"/>
                  <a:gd name="T7" fmla="*/ 103 h 107"/>
                  <a:gd name="T8" fmla="*/ 0 w 40"/>
                  <a:gd name="T9" fmla="*/ 41 h 107"/>
                  <a:gd name="T10" fmla="*/ 3 w 40"/>
                  <a:gd name="T11" fmla="*/ 35 h 107"/>
                  <a:gd name="T12" fmla="*/ 40 w 40"/>
                  <a:gd name="T13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07">
                    <a:moveTo>
                      <a:pt x="40" y="0"/>
                    </a:moveTo>
                    <a:cubicBezTo>
                      <a:pt x="40" y="107"/>
                      <a:pt x="40" y="107"/>
                      <a:pt x="40" y="107"/>
                    </a:cubicBezTo>
                    <a:cubicBezTo>
                      <a:pt x="40" y="107"/>
                      <a:pt x="14" y="107"/>
                      <a:pt x="0" y="107"/>
                    </a:cubicBezTo>
                    <a:cubicBezTo>
                      <a:pt x="0" y="106"/>
                      <a:pt x="0" y="104"/>
                      <a:pt x="0" y="103"/>
                    </a:cubicBezTo>
                    <a:cubicBezTo>
                      <a:pt x="0" y="82"/>
                      <a:pt x="0" y="62"/>
                      <a:pt x="0" y="41"/>
                    </a:cubicBezTo>
                    <a:cubicBezTo>
                      <a:pt x="0" y="39"/>
                      <a:pt x="1" y="36"/>
                      <a:pt x="3" y="35"/>
                    </a:cubicBezTo>
                    <a:cubicBezTo>
                      <a:pt x="14" y="24"/>
                      <a:pt x="40" y="0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6">
                <a:extLst>
                  <a:ext uri="{FF2B5EF4-FFF2-40B4-BE49-F238E27FC236}">
                    <a16:creationId xmlns:a16="http://schemas.microsoft.com/office/drawing/2014/main" id="{BA49E50F-26EE-1D21-176E-B9B1F6634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8138" y="4568825"/>
                <a:ext cx="568325" cy="323850"/>
              </a:xfrm>
              <a:custGeom>
                <a:avLst/>
                <a:gdLst>
                  <a:gd name="T0" fmla="*/ 81 w 176"/>
                  <a:gd name="T1" fmla="*/ 80 h 100"/>
                  <a:gd name="T2" fmla="*/ 143 w 176"/>
                  <a:gd name="T3" fmla="*/ 22 h 100"/>
                  <a:gd name="T4" fmla="*/ 139 w 176"/>
                  <a:gd name="T5" fmla="*/ 17 h 100"/>
                  <a:gd name="T6" fmla="*/ 141 w 176"/>
                  <a:gd name="T7" fmla="*/ 8 h 100"/>
                  <a:gd name="T8" fmla="*/ 168 w 176"/>
                  <a:gd name="T9" fmla="*/ 1 h 100"/>
                  <a:gd name="T10" fmla="*/ 175 w 176"/>
                  <a:gd name="T11" fmla="*/ 9 h 100"/>
                  <a:gd name="T12" fmla="*/ 168 w 176"/>
                  <a:gd name="T13" fmla="*/ 34 h 100"/>
                  <a:gd name="T14" fmla="*/ 158 w 176"/>
                  <a:gd name="T15" fmla="*/ 37 h 100"/>
                  <a:gd name="T16" fmla="*/ 154 w 176"/>
                  <a:gd name="T17" fmla="*/ 31 h 100"/>
                  <a:gd name="T18" fmla="*/ 134 w 176"/>
                  <a:gd name="T19" fmla="*/ 49 h 100"/>
                  <a:gd name="T20" fmla="*/ 84 w 176"/>
                  <a:gd name="T21" fmla="*/ 96 h 100"/>
                  <a:gd name="T22" fmla="*/ 77 w 176"/>
                  <a:gd name="T23" fmla="*/ 96 h 100"/>
                  <a:gd name="T24" fmla="*/ 51 w 176"/>
                  <a:gd name="T25" fmla="*/ 70 h 100"/>
                  <a:gd name="T26" fmla="*/ 44 w 176"/>
                  <a:gd name="T27" fmla="*/ 69 h 100"/>
                  <a:gd name="T28" fmla="*/ 10 w 176"/>
                  <a:gd name="T29" fmla="*/ 100 h 100"/>
                  <a:gd name="T30" fmla="*/ 9 w 176"/>
                  <a:gd name="T31" fmla="*/ 100 h 100"/>
                  <a:gd name="T32" fmla="*/ 10 w 176"/>
                  <a:gd name="T33" fmla="*/ 82 h 100"/>
                  <a:gd name="T34" fmla="*/ 45 w 176"/>
                  <a:gd name="T35" fmla="*/ 50 h 100"/>
                  <a:gd name="T36" fmla="*/ 51 w 176"/>
                  <a:gd name="T37" fmla="*/ 50 h 100"/>
                  <a:gd name="T38" fmla="*/ 79 w 176"/>
                  <a:gd name="T39" fmla="*/ 78 h 100"/>
                  <a:gd name="T40" fmla="*/ 81 w 176"/>
                  <a:gd name="T41" fmla="*/ 8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00">
                    <a:moveTo>
                      <a:pt x="81" y="80"/>
                    </a:moveTo>
                    <a:cubicBezTo>
                      <a:pt x="102" y="60"/>
                      <a:pt x="122" y="41"/>
                      <a:pt x="143" y="22"/>
                    </a:cubicBezTo>
                    <a:cubicBezTo>
                      <a:pt x="141" y="20"/>
                      <a:pt x="140" y="19"/>
                      <a:pt x="139" y="17"/>
                    </a:cubicBezTo>
                    <a:cubicBezTo>
                      <a:pt x="135" y="14"/>
                      <a:pt x="136" y="10"/>
                      <a:pt x="141" y="8"/>
                    </a:cubicBezTo>
                    <a:cubicBezTo>
                      <a:pt x="150" y="6"/>
                      <a:pt x="159" y="3"/>
                      <a:pt x="168" y="1"/>
                    </a:cubicBezTo>
                    <a:cubicBezTo>
                      <a:pt x="173" y="0"/>
                      <a:pt x="176" y="3"/>
                      <a:pt x="175" y="9"/>
                    </a:cubicBezTo>
                    <a:cubicBezTo>
                      <a:pt x="173" y="17"/>
                      <a:pt x="170" y="26"/>
                      <a:pt x="168" y="34"/>
                    </a:cubicBezTo>
                    <a:cubicBezTo>
                      <a:pt x="166" y="40"/>
                      <a:pt x="163" y="41"/>
                      <a:pt x="158" y="37"/>
                    </a:cubicBezTo>
                    <a:cubicBezTo>
                      <a:pt x="157" y="35"/>
                      <a:pt x="155" y="33"/>
                      <a:pt x="154" y="31"/>
                    </a:cubicBezTo>
                    <a:cubicBezTo>
                      <a:pt x="147" y="38"/>
                      <a:pt x="140" y="44"/>
                      <a:pt x="134" y="49"/>
                    </a:cubicBezTo>
                    <a:cubicBezTo>
                      <a:pt x="117" y="65"/>
                      <a:pt x="100" y="80"/>
                      <a:pt x="84" y="96"/>
                    </a:cubicBezTo>
                    <a:cubicBezTo>
                      <a:pt x="81" y="99"/>
                      <a:pt x="79" y="98"/>
                      <a:pt x="77" y="96"/>
                    </a:cubicBezTo>
                    <a:cubicBezTo>
                      <a:pt x="68" y="87"/>
                      <a:pt x="59" y="78"/>
                      <a:pt x="51" y="70"/>
                    </a:cubicBezTo>
                    <a:cubicBezTo>
                      <a:pt x="48" y="67"/>
                      <a:pt x="47" y="67"/>
                      <a:pt x="44" y="69"/>
                    </a:cubicBezTo>
                    <a:cubicBezTo>
                      <a:pt x="33" y="80"/>
                      <a:pt x="21" y="9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0" y="90"/>
                      <a:pt x="0" y="90"/>
                      <a:pt x="10" y="82"/>
                    </a:cubicBezTo>
                    <a:cubicBezTo>
                      <a:pt x="21" y="71"/>
                      <a:pt x="33" y="61"/>
                      <a:pt x="45" y="50"/>
                    </a:cubicBezTo>
                    <a:cubicBezTo>
                      <a:pt x="47" y="48"/>
                      <a:pt x="49" y="48"/>
                      <a:pt x="51" y="50"/>
                    </a:cubicBezTo>
                    <a:cubicBezTo>
                      <a:pt x="60" y="60"/>
                      <a:pt x="70" y="69"/>
                      <a:pt x="79" y="78"/>
                    </a:cubicBezTo>
                    <a:cubicBezTo>
                      <a:pt x="80" y="79"/>
                      <a:pt x="80" y="79"/>
                      <a:pt x="81" y="8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EC32D272-021E-BD3E-8E55-FF2BE7E96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9888" y="4856163"/>
                <a:ext cx="130175" cy="220663"/>
              </a:xfrm>
              <a:custGeom>
                <a:avLst/>
                <a:gdLst>
                  <a:gd name="T0" fmla="*/ 37 w 40"/>
                  <a:gd name="T1" fmla="*/ 0 h 68"/>
                  <a:gd name="T2" fmla="*/ 40 w 40"/>
                  <a:gd name="T3" fmla="*/ 2 h 68"/>
                  <a:gd name="T4" fmla="*/ 40 w 40"/>
                  <a:gd name="T5" fmla="*/ 67 h 68"/>
                  <a:gd name="T6" fmla="*/ 40 w 40"/>
                  <a:gd name="T7" fmla="*/ 68 h 68"/>
                  <a:gd name="T8" fmla="*/ 0 w 40"/>
                  <a:gd name="T9" fmla="*/ 68 h 68"/>
                  <a:gd name="T10" fmla="*/ 0 w 40"/>
                  <a:gd name="T11" fmla="*/ 34 h 68"/>
                  <a:gd name="T12" fmla="*/ 1 w 40"/>
                  <a:gd name="T13" fmla="*/ 32 h 68"/>
                  <a:gd name="T14" fmla="*/ 37 w 40"/>
                  <a:gd name="T15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68">
                    <a:moveTo>
                      <a:pt x="37" y="0"/>
                    </a:moveTo>
                    <a:cubicBezTo>
                      <a:pt x="40" y="2"/>
                      <a:pt x="40" y="2"/>
                      <a:pt x="40" y="2"/>
                    </a:cubicBezTo>
                    <a:cubicBezTo>
                      <a:pt x="40" y="24"/>
                      <a:pt x="40" y="46"/>
                      <a:pt x="40" y="67"/>
                    </a:cubicBezTo>
                    <a:cubicBezTo>
                      <a:pt x="40" y="67"/>
                      <a:pt x="40" y="68"/>
                      <a:pt x="40" y="68"/>
                    </a:cubicBezTo>
                    <a:cubicBezTo>
                      <a:pt x="27" y="68"/>
                      <a:pt x="14" y="68"/>
                      <a:pt x="0" y="68"/>
                    </a:cubicBezTo>
                    <a:cubicBezTo>
                      <a:pt x="0" y="57"/>
                      <a:pt x="0" y="45"/>
                      <a:pt x="0" y="34"/>
                    </a:cubicBezTo>
                    <a:cubicBezTo>
                      <a:pt x="0" y="33"/>
                      <a:pt x="1" y="32"/>
                      <a:pt x="1" y="32"/>
                    </a:cubicBezTo>
                    <a:cubicBezTo>
                      <a:pt x="13" y="21"/>
                      <a:pt x="37" y="0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8">
                <a:extLst>
                  <a:ext uri="{FF2B5EF4-FFF2-40B4-BE49-F238E27FC236}">
                    <a16:creationId xmlns:a16="http://schemas.microsoft.com/office/drawing/2014/main" id="{38A90400-C7C5-77C9-DD8D-5AF584D90D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1338" y="4895850"/>
                <a:ext cx="128588" cy="180975"/>
              </a:xfrm>
              <a:custGeom>
                <a:avLst/>
                <a:gdLst>
                  <a:gd name="T0" fmla="*/ 40 w 40"/>
                  <a:gd name="T1" fmla="*/ 0 h 56"/>
                  <a:gd name="T2" fmla="*/ 40 w 40"/>
                  <a:gd name="T3" fmla="*/ 56 h 56"/>
                  <a:gd name="T4" fmla="*/ 0 w 40"/>
                  <a:gd name="T5" fmla="*/ 56 h 56"/>
                  <a:gd name="T6" fmla="*/ 0 w 40"/>
                  <a:gd name="T7" fmla="*/ 2 h 56"/>
                  <a:gd name="T8" fmla="*/ 14 w 40"/>
                  <a:gd name="T9" fmla="*/ 17 h 56"/>
                  <a:gd name="T10" fmla="*/ 21 w 40"/>
                  <a:gd name="T11" fmla="*/ 17 h 56"/>
                  <a:gd name="T12" fmla="*/ 40 w 40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56">
                    <a:moveTo>
                      <a:pt x="40" y="0"/>
                    </a:moveTo>
                    <a:cubicBezTo>
                      <a:pt x="40" y="19"/>
                      <a:pt x="40" y="37"/>
                      <a:pt x="40" y="56"/>
                    </a:cubicBezTo>
                    <a:cubicBezTo>
                      <a:pt x="27" y="56"/>
                      <a:pt x="14" y="56"/>
                      <a:pt x="0" y="56"/>
                    </a:cubicBezTo>
                    <a:cubicBezTo>
                      <a:pt x="0" y="39"/>
                      <a:pt x="0" y="2"/>
                      <a:pt x="0" y="2"/>
                    </a:cubicBezTo>
                    <a:cubicBezTo>
                      <a:pt x="0" y="2"/>
                      <a:pt x="10" y="12"/>
                      <a:pt x="14" y="17"/>
                    </a:cubicBezTo>
                    <a:cubicBezTo>
                      <a:pt x="16" y="19"/>
                      <a:pt x="18" y="20"/>
                      <a:pt x="21" y="17"/>
                    </a:cubicBezTo>
                    <a:cubicBezTo>
                      <a:pt x="27" y="11"/>
                      <a:pt x="33" y="6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3" name="Oval 43">
              <a:extLst>
                <a:ext uri="{FF2B5EF4-FFF2-40B4-BE49-F238E27FC236}">
                  <a16:creationId xmlns:a16="http://schemas.microsoft.com/office/drawing/2014/main" id="{268F4CAD-8825-D638-0E63-DA2C9F214916}"/>
                </a:ext>
              </a:extLst>
            </p:cNvPr>
            <p:cNvSpPr/>
            <p:nvPr/>
          </p:nvSpPr>
          <p:spPr>
            <a:xfrm>
              <a:off x="9539096" y="4379744"/>
              <a:ext cx="1464730" cy="14647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10000"/>
              </a:schemeClr>
            </a:solidFill>
            <a:ln w="381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69AF9241-6DF9-C2C0-E2AC-80045A2AB0A0}"/>
              </a:ext>
            </a:extLst>
          </p:cNvPr>
          <p:cNvGrpSpPr/>
          <p:nvPr/>
        </p:nvGrpSpPr>
        <p:grpSpPr>
          <a:xfrm>
            <a:off x="7966053" y="2124022"/>
            <a:ext cx="1874547" cy="2691038"/>
            <a:chOff x="6958210" y="2282834"/>
            <a:chExt cx="2476404" cy="3555044"/>
          </a:xfrm>
        </p:grpSpPr>
        <p:sp>
          <p:nvSpPr>
            <p:cNvPr id="39" name="Arrow: Chevron 5">
              <a:extLst>
                <a:ext uri="{FF2B5EF4-FFF2-40B4-BE49-F238E27FC236}">
                  <a16:creationId xmlns:a16="http://schemas.microsoft.com/office/drawing/2014/main" id="{17D5E9D1-95FD-8E4F-1501-0EFFD2E417F0}"/>
                </a:ext>
              </a:extLst>
            </p:cNvPr>
            <p:cNvSpPr/>
            <p:nvPr/>
          </p:nvSpPr>
          <p:spPr>
            <a:xfrm>
              <a:off x="7362643" y="3330624"/>
              <a:ext cx="1727200" cy="381000"/>
            </a:xfrm>
            <a:prstGeom prst="chevr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Box 9">
              <a:extLst>
                <a:ext uri="{FF2B5EF4-FFF2-40B4-BE49-F238E27FC236}">
                  <a16:creationId xmlns:a16="http://schemas.microsoft.com/office/drawing/2014/main" id="{07CB1939-3EAF-53CE-0CE5-5F909AC2FB86}"/>
                </a:ext>
              </a:extLst>
            </p:cNvPr>
            <p:cNvSpPr txBox="1"/>
            <p:nvPr/>
          </p:nvSpPr>
          <p:spPr>
            <a:xfrm>
              <a:off x="6958210" y="2282834"/>
              <a:ext cx="2476404" cy="77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RESULTATS ET COMMENTAIRES</a:t>
              </a:r>
            </a:p>
          </p:txBody>
        </p:sp>
        <p:cxnSp>
          <p:nvCxnSpPr>
            <p:cNvPr id="41" name="Straight Connector 37">
              <a:extLst>
                <a:ext uri="{FF2B5EF4-FFF2-40B4-BE49-F238E27FC236}">
                  <a16:creationId xmlns:a16="http://schemas.microsoft.com/office/drawing/2014/main" id="{D9AF3F76-9E8C-7E11-8BFB-E9EB99DEF009}"/>
                </a:ext>
              </a:extLst>
            </p:cNvPr>
            <p:cNvCxnSpPr>
              <a:cxnSpLocks/>
              <a:stCxn id="39" idx="2"/>
              <a:endCxn id="43" idx="0"/>
            </p:cNvCxnSpPr>
            <p:nvPr/>
          </p:nvCxnSpPr>
          <p:spPr>
            <a:xfrm>
              <a:off x="8130679" y="3711624"/>
              <a:ext cx="12007" cy="640111"/>
            </a:xfrm>
            <a:prstGeom prst="line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72">
              <a:extLst>
                <a:ext uri="{FF2B5EF4-FFF2-40B4-BE49-F238E27FC236}">
                  <a16:creationId xmlns:a16="http://schemas.microsoft.com/office/drawing/2014/main" id="{BD9B473B-2792-EEC1-9340-D4EE416D058E}"/>
                </a:ext>
              </a:extLst>
            </p:cNvPr>
            <p:cNvGrpSpPr/>
            <p:nvPr/>
          </p:nvGrpSpPr>
          <p:grpSpPr>
            <a:xfrm>
              <a:off x="7608284" y="4524698"/>
              <a:ext cx="1044790" cy="1100135"/>
              <a:chOff x="5995988" y="2712903"/>
              <a:chExt cx="2457450" cy="2587625"/>
            </a:xfrm>
            <a:solidFill>
              <a:schemeClr val="tx1"/>
            </a:solidFill>
          </p:grpSpPr>
          <p:sp>
            <p:nvSpPr>
              <p:cNvPr id="44" name="Freeform 6">
                <a:extLst>
                  <a:ext uri="{FF2B5EF4-FFF2-40B4-BE49-F238E27FC236}">
                    <a16:creationId xmlns:a16="http://schemas.microsoft.com/office/drawing/2014/main" id="{60EE3865-3961-E305-C6C3-5EA1462B2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5988" y="2712903"/>
                <a:ext cx="2457450" cy="2587625"/>
              </a:xfrm>
              <a:custGeom>
                <a:avLst/>
                <a:gdLst>
                  <a:gd name="T0" fmla="*/ 707 w 771"/>
                  <a:gd name="T1" fmla="*/ 219 h 812"/>
                  <a:gd name="T2" fmla="*/ 760 w 771"/>
                  <a:gd name="T3" fmla="*/ 369 h 812"/>
                  <a:gd name="T4" fmla="*/ 685 w 771"/>
                  <a:gd name="T5" fmla="*/ 634 h 812"/>
                  <a:gd name="T6" fmla="*/ 197 w 771"/>
                  <a:gd name="T7" fmla="*/ 707 h 812"/>
                  <a:gd name="T8" fmla="*/ 97 w 771"/>
                  <a:gd name="T9" fmla="*/ 220 h 812"/>
                  <a:gd name="T10" fmla="*/ 594 w 771"/>
                  <a:gd name="T11" fmla="*/ 106 h 812"/>
                  <a:gd name="T12" fmla="*/ 552 w 771"/>
                  <a:gd name="T13" fmla="*/ 147 h 812"/>
                  <a:gd name="T14" fmla="*/ 509 w 771"/>
                  <a:gd name="T15" fmla="*/ 128 h 812"/>
                  <a:gd name="T16" fmla="*/ 454 w 771"/>
                  <a:gd name="T17" fmla="*/ 113 h 812"/>
                  <a:gd name="T18" fmla="*/ 372 w 771"/>
                  <a:gd name="T19" fmla="*/ 110 h 812"/>
                  <a:gd name="T20" fmla="*/ 241 w 771"/>
                  <a:gd name="T21" fmla="*/ 155 h 812"/>
                  <a:gd name="T22" fmla="*/ 147 w 771"/>
                  <a:gd name="T23" fmla="*/ 249 h 812"/>
                  <a:gd name="T24" fmla="*/ 115 w 771"/>
                  <a:gd name="T25" fmla="*/ 317 h 812"/>
                  <a:gd name="T26" fmla="*/ 103 w 771"/>
                  <a:gd name="T27" fmla="*/ 366 h 812"/>
                  <a:gd name="T28" fmla="*/ 102 w 771"/>
                  <a:gd name="T29" fmla="*/ 450 h 812"/>
                  <a:gd name="T30" fmla="*/ 124 w 771"/>
                  <a:gd name="T31" fmla="*/ 528 h 812"/>
                  <a:gd name="T32" fmla="*/ 209 w 771"/>
                  <a:gd name="T33" fmla="*/ 643 h 812"/>
                  <a:gd name="T34" fmla="*/ 295 w 771"/>
                  <a:gd name="T35" fmla="*/ 694 h 812"/>
                  <a:gd name="T36" fmla="*/ 357 w 771"/>
                  <a:gd name="T37" fmla="*/ 710 h 812"/>
                  <a:gd name="T38" fmla="*/ 439 w 771"/>
                  <a:gd name="T39" fmla="*/ 711 h 812"/>
                  <a:gd name="T40" fmla="*/ 512 w 771"/>
                  <a:gd name="T41" fmla="*/ 693 h 812"/>
                  <a:gd name="T42" fmla="*/ 585 w 771"/>
                  <a:gd name="T43" fmla="*/ 652 h 812"/>
                  <a:gd name="T44" fmla="*/ 644 w 771"/>
                  <a:gd name="T45" fmla="*/ 592 h 812"/>
                  <a:gd name="T46" fmla="*/ 677 w 771"/>
                  <a:gd name="T47" fmla="*/ 536 h 812"/>
                  <a:gd name="T48" fmla="*/ 696 w 771"/>
                  <a:gd name="T49" fmla="*/ 482 h 812"/>
                  <a:gd name="T50" fmla="*/ 704 w 771"/>
                  <a:gd name="T51" fmla="*/ 432 h 812"/>
                  <a:gd name="T52" fmla="*/ 702 w 771"/>
                  <a:gd name="T53" fmla="*/ 374 h 812"/>
                  <a:gd name="T54" fmla="*/ 695 w 771"/>
                  <a:gd name="T55" fmla="*/ 334 h 812"/>
                  <a:gd name="T56" fmla="*/ 666 w 771"/>
                  <a:gd name="T57" fmla="*/ 264 h 812"/>
                  <a:gd name="T58" fmla="*/ 667 w 771"/>
                  <a:gd name="T59" fmla="*/ 258 h 812"/>
                  <a:gd name="T60" fmla="*/ 703 w 771"/>
                  <a:gd name="T61" fmla="*/ 222 h 812"/>
                  <a:gd name="T62" fmla="*/ 707 w 771"/>
                  <a:gd name="T63" fmla="*/ 219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71" h="812">
                    <a:moveTo>
                      <a:pt x="707" y="219"/>
                    </a:moveTo>
                    <a:cubicBezTo>
                      <a:pt x="736" y="265"/>
                      <a:pt x="754" y="315"/>
                      <a:pt x="760" y="369"/>
                    </a:cubicBezTo>
                    <a:cubicBezTo>
                      <a:pt x="771" y="467"/>
                      <a:pt x="746" y="557"/>
                      <a:pt x="685" y="634"/>
                    </a:cubicBezTo>
                    <a:cubicBezTo>
                      <a:pt x="561" y="789"/>
                      <a:pt x="347" y="812"/>
                      <a:pt x="197" y="707"/>
                    </a:cubicBezTo>
                    <a:cubicBezTo>
                      <a:pt x="31" y="591"/>
                      <a:pt x="0" y="374"/>
                      <a:pt x="97" y="220"/>
                    </a:cubicBezTo>
                    <a:cubicBezTo>
                      <a:pt x="203" y="52"/>
                      <a:pt x="424" y="0"/>
                      <a:pt x="594" y="106"/>
                    </a:cubicBezTo>
                    <a:cubicBezTo>
                      <a:pt x="580" y="120"/>
                      <a:pt x="566" y="134"/>
                      <a:pt x="552" y="147"/>
                    </a:cubicBezTo>
                    <a:cubicBezTo>
                      <a:pt x="538" y="141"/>
                      <a:pt x="523" y="134"/>
                      <a:pt x="509" y="128"/>
                    </a:cubicBezTo>
                    <a:cubicBezTo>
                      <a:pt x="491" y="121"/>
                      <a:pt x="473" y="116"/>
                      <a:pt x="454" y="113"/>
                    </a:cubicBezTo>
                    <a:cubicBezTo>
                      <a:pt x="427" y="108"/>
                      <a:pt x="399" y="107"/>
                      <a:pt x="372" y="110"/>
                    </a:cubicBezTo>
                    <a:cubicBezTo>
                      <a:pt x="325" y="115"/>
                      <a:pt x="281" y="130"/>
                      <a:pt x="241" y="155"/>
                    </a:cubicBezTo>
                    <a:cubicBezTo>
                      <a:pt x="203" y="179"/>
                      <a:pt x="171" y="211"/>
                      <a:pt x="147" y="249"/>
                    </a:cubicBezTo>
                    <a:cubicBezTo>
                      <a:pt x="134" y="270"/>
                      <a:pt x="123" y="293"/>
                      <a:pt x="115" y="317"/>
                    </a:cubicBezTo>
                    <a:cubicBezTo>
                      <a:pt x="110" y="333"/>
                      <a:pt x="106" y="350"/>
                      <a:pt x="103" y="366"/>
                    </a:cubicBezTo>
                    <a:cubicBezTo>
                      <a:pt x="99" y="394"/>
                      <a:pt x="99" y="422"/>
                      <a:pt x="102" y="450"/>
                    </a:cubicBezTo>
                    <a:cubicBezTo>
                      <a:pt x="105" y="477"/>
                      <a:pt x="113" y="503"/>
                      <a:pt x="124" y="528"/>
                    </a:cubicBezTo>
                    <a:cubicBezTo>
                      <a:pt x="143" y="574"/>
                      <a:pt x="171" y="612"/>
                      <a:pt x="209" y="643"/>
                    </a:cubicBezTo>
                    <a:cubicBezTo>
                      <a:pt x="235" y="665"/>
                      <a:pt x="263" y="682"/>
                      <a:pt x="295" y="694"/>
                    </a:cubicBezTo>
                    <a:cubicBezTo>
                      <a:pt x="315" y="701"/>
                      <a:pt x="336" y="707"/>
                      <a:pt x="357" y="710"/>
                    </a:cubicBezTo>
                    <a:cubicBezTo>
                      <a:pt x="384" y="714"/>
                      <a:pt x="412" y="715"/>
                      <a:pt x="439" y="711"/>
                    </a:cubicBezTo>
                    <a:cubicBezTo>
                      <a:pt x="464" y="708"/>
                      <a:pt x="488" y="702"/>
                      <a:pt x="512" y="693"/>
                    </a:cubicBezTo>
                    <a:cubicBezTo>
                      <a:pt x="538" y="683"/>
                      <a:pt x="563" y="669"/>
                      <a:pt x="585" y="652"/>
                    </a:cubicBezTo>
                    <a:cubicBezTo>
                      <a:pt x="607" y="635"/>
                      <a:pt x="627" y="615"/>
                      <a:pt x="644" y="592"/>
                    </a:cubicBezTo>
                    <a:cubicBezTo>
                      <a:pt x="657" y="575"/>
                      <a:pt x="668" y="556"/>
                      <a:pt x="677" y="536"/>
                    </a:cubicBezTo>
                    <a:cubicBezTo>
                      <a:pt x="686" y="519"/>
                      <a:pt x="692" y="501"/>
                      <a:pt x="696" y="482"/>
                    </a:cubicBezTo>
                    <a:cubicBezTo>
                      <a:pt x="700" y="465"/>
                      <a:pt x="703" y="449"/>
                      <a:pt x="704" y="432"/>
                    </a:cubicBezTo>
                    <a:cubicBezTo>
                      <a:pt x="704" y="413"/>
                      <a:pt x="704" y="393"/>
                      <a:pt x="702" y="374"/>
                    </a:cubicBezTo>
                    <a:cubicBezTo>
                      <a:pt x="701" y="361"/>
                      <a:pt x="698" y="347"/>
                      <a:pt x="695" y="334"/>
                    </a:cubicBezTo>
                    <a:cubicBezTo>
                      <a:pt x="689" y="310"/>
                      <a:pt x="679" y="286"/>
                      <a:pt x="666" y="264"/>
                    </a:cubicBezTo>
                    <a:cubicBezTo>
                      <a:pt x="665" y="262"/>
                      <a:pt x="665" y="260"/>
                      <a:pt x="667" y="258"/>
                    </a:cubicBezTo>
                    <a:cubicBezTo>
                      <a:pt x="680" y="246"/>
                      <a:pt x="691" y="234"/>
                      <a:pt x="703" y="222"/>
                    </a:cubicBezTo>
                    <a:cubicBezTo>
                      <a:pt x="704" y="221"/>
                      <a:pt x="705" y="220"/>
                      <a:pt x="707" y="2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Freeform 7">
                <a:extLst>
                  <a:ext uri="{FF2B5EF4-FFF2-40B4-BE49-F238E27FC236}">
                    <a16:creationId xmlns:a16="http://schemas.microsoft.com/office/drawing/2014/main" id="{35D16FA9-6917-7BE8-E930-67BE94F0A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5101" y="3270116"/>
                <a:ext cx="1450975" cy="1435100"/>
              </a:xfrm>
              <a:custGeom>
                <a:avLst/>
                <a:gdLst>
                  <a:gd name="T0" fmla="*/ 350 w 455"/>
                  <a:gd name="T1" fmla="*/ 54 h 450"/>
                  <a:gd name="T2" fmla="*/ 311 w 455"/>
                  <a:gd name="T3" fmla="*/ 93 h 450"/>
                  <a:gd name="T4" fmla="*/ 305 w 455"/>
                  <a:gd name="T5" fmla="*/ 94 h 450"/>
                  <a:gd name="T6" fmla="*/ 262 w 455"/>
                  <a:gd name="T7" fmla="*/ 81 h 450"/>
                  <a:gd name="T8" fmla="*/ 210 w 455"/>
                  <a:gd name="T9" fmla="*/ 82 h 450"/>
                  <a:gd name="T10" fmla="*/ 148 w 455"/>
                  <a:gd name="T11" fmla="*/ 109 h 450"/>
                  <a:gd name="T12" fmla="*/ 103 w 455"/>
                  <a:gd name="T13" fmla="*/ 160 h 450"/>
                  <a:gd name="T14" fmla="*/ 84 w 455"/>
                  <a:gd name="T15" fmla="*/ 216 h 450"/>
                  <a:gd name="T16" fmla="*/ 90 w 455"/>
                  <a:gd name="T17" fmla="*/ 283 h 450"/>
                  <a:gd name="T18" fmla="*/ 154 w 455"/>
                  <a:gd name="T19" fmla="*/ 367 h 450"/>
                  <a:gd name="T20" fmla="*/ 225 w 455"/>
                  <a:gd name="T21" fmla="*/ 392 h 450"/>
                  <a:gd name="T22" fmla="*/ 302 w 455"/>
                  <a:gd name="T23" fmla="*/ 379 h 450"/>
                  <a:gd name="T24" fmla="*/ 364 w 455"/>
                  <a:gd name="T25" fmla="*/ 330 h 450"/>
                  <a:gd name="T26" fmla="*/ 391 w 455"/>
                  <a:gd name="T27" fmla="*/ 273 h 450"/>
                  <a:gd name="T28" fmla="*/ 395 w 455"/>
                  <a:gd name="T29" fmla="*/ 223 h 450"/>
                  <a:gd name="T30" fmla="*/ 380 w 455"/>
                  <a:gd name="T31" fmla="*/ 167 h 450"/>
                  <a:gd name="T32" fmla="*/ 422 w 455"/>
                  <a:gd name="T33" fmla="*/ 125 h 450"/>
                  <a:gd name="T34" fmla="*/ 453 w 455"/>
                  <a:gd name="T35" fmla="*/ 242 h 450"/>
                  <a:gd name="T36" fmla="*/ 418 w 455"/>
                  <a:gd name="T37" fmla="*/ 354 h 450"/>
                  <a:gd name="T38" fmla="*/ 235 w 455"/>
                  <a:gd name="T39" fmla="*/ 450 h 450"/>
                  <a:gd name="T40" fmla="*/ 85 w 455"/>
                  <a:gd name="T41" fmla="*/ 385 h 450"/>
                  <a:gd name="T42" fmla="*/ 95 w 455"/>
                  <a:gd name="T43" fmla="*/ 78 h 450"/>
                  <a:gd name="T44" fmla="*/ 350 w 455"/>
                  <a:gd name="T45" fmla="*/ 54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55" h="450">
                    <a:moveTo>
                      <a:pt x="350" y="54"/>
                    </a:moveTo>
                    <a:cubicBezTo>
                      <a:pt x="337" y="67"/>
                      <a:pt x="324" y="80"/>
                      <a:pt x="311" y="93"/>
                    </a:cubicBezTo>
                    <a:cubicBezTo>
                      <a:pt x="310" y="94"/>
                      <a:pt x="307" y="95"/>
                      <a:pt x="305" y="94"/>
                    </a:cubicBezTo>
                    <a:cubicBezTo>
                      <a:pt x="292" y="87"/>
                      <a:pt x="277" y="83"/>
                      <a:pt x="262" y="81"/>
                    </a:cubicBezTo>
                    <a:cubicBezTo>
                      <a:pt x="244" y="79"/>
                      <a:pt x="227" y="79"/>
                      <a:pt x="210" y="82"/>
                    </a:cubicBezTo>
                    <a:cubicBezTo>
                      <a:pt x="187" y="87"/>
                      <a:pt x="166" y="96"/>
                      <a:pt x="148" y="109"/>
                    </a:cubicBezTo>
                    <a:cubicBezTo>
                      <a:pt x="129" y="123"/>
                      <a:pt x="114" y="140"/>
                      <a:pt x="103" y="160"/>
                    </a:cubicBezTo>
                    <a:cubicBezTo>
                      <a:pt x="93" y="178"/>
                      <a:pt x="87" y="196"/>
                      <a:pt x="84" y="216"/>
                    </a:cubicBezTo>
                    <a:cubicBezTo>
                      <a:pt x="81" y="239"/>
                      <a:pt x="83" y="261"/>
                      <a:pt x="90" y="283"/>
                    </a:cubicBezTo>
                    <a:cubicBezTo>
                      <a:pt x="101" y="319"/>
                      <a:pt x="123" y="347"/>
                      <a:pt x="154" y="367"/>
                    </a:cubicBezTo>
                    <a:cubicBezTo>
                      <a:pt x="176" y="381"/>
                      <a:pt x="199" y="389"/>
                      <a:pt x="225" y="392"/>
                    </a:cubicBezTo>
                    <a:cubicBezTo>
                      <a:pt x="252" y="394"/>
                      <a:pt x="277" y="390"/>
                      <a:pt x="302" y="379"/>
                    </a:cubicBezTo>
                    <a:cubicBezTo>
                      <a:pt x="327" y="368"/>
                      <a:pt x="348" y="352"/>
                      <a:pt x="364" y="330"/>
                    </a:cubicBezTo>
                    <a:cubicBezTo>
                      <a:pt x="377" y="313"/>
                      <a:pt x="386" y="294"/>
                      <a:pt x="391" y="273"/>
                    </a:cubicBezTo>
                    <a:cubicBezTo>
                      <a:pt x="395" y="256"/>
                      <a:pt x="397" y="240"/>
                      <a:pt x="395" y="223"/>
                    </a:cubicBezTo>
                    <a:cubicBezTo>
                      <a:pt x="394" y="204"/>
                      <a:pt x="389" y="185"/>
                      <a:pt x="380" y="167"/>
                    </a:cubicBezTo>
                    <a:cubicBezTo>
                      <a:pt x="394" y="153"/>
                      <a:pt x="408" y="139"/>
                      <a:pt x="422" y="125"/>
                    </a:cubicBezTo>
                    <a:cubicBezTo>
                      <a:pt x="444" y="161"/>
                      <a:pt x="455" y="200"/>
                      <a:pt x="453" y="242"/>
                    </a:cubicBezTo>
                    <a:cubicBezTo>
                      <a:pt x="452" y="283"/>
                      <a:pt x="441" y="320"/>
                      <a:pt x="418" y="354"/>
                    </a:cubicBezTo>
                    <a:cubicBezTo>
                      <a:pt x="374" y="418"/>
                      <a:pt x="312" y="450"/>
                      <a:pt x="235" y="450"/>
                    </a:cubicBezTo>
                    <a:cubicBezTo>
                      <a:pt x="176" y="450"/>
                      <a:pt x="125" y="427"/>
                      <a:pt x="85" y="385"/>
                    </a:cubicBezTo>
                    <a:cubicBezTo>
                      <a:pt x="0" y="295"/>
                      <a:pt x="6" y="160"/>
                      <a:pt x="95" y="78"/>
                    </a:cubicBezTo>
                    <a:cubicBezTo>
                      <a:pt x="179" y="0"/>
                      <a:pt x="293" y="14"/>
                      <a:pt x="350" y="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 8">
                <a:extLst>
                  <a:ext uri="{FF2B5EF4-FFF2-40B4-BE49-F238E27FC236}">
                    <a16:creationId xmlns:a16="http://schemas.microsoft.com/office/drawing/2014/main" id="{6A84EB89-5851-5B1D-F3A9-F1B99D90DB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0563" y="2874828"/>
                <a:ext cx="1381125" cy="1384300"/>
              </a:xfrm>
              <a:custGeom>
                <a:avLst/>
                <a:gdLst>
                  <a:gd name="T0" fmla="*/ 363 w 433"/>
                  <a:gd name="T1" fmla="*/ 0 h 434"/>
                  <a:gd name="T2" fmla="*/ 363 w 433"/>
                  <a:gd name="T3" fmla="*/ 71 h 434"/>
                  <a:gd name="T4" fmla="*/ 432 w 433"/>
                  <a:gd name="T5" fmla="*/ 71 h 434"/>
                  <a:gd name="T6" fmla="*/ 433 w 433"/>
                  <a:gd name="T7" fmla="*/ 73 h 434"/>
                  <a:gd name="T8" fmla="*/ 408 w 433"/>
                  <a:gd name="T9" fmla="*/ 98 h 434"/>
                  <a:gd name="T10" fmla="*/ 303 w 433"/>
                  <a:gd name="T11" fmla="*/ 203 h 434"/>
                  <a:gd name="T12" fmla="*/ 292 w 433"/>
                  <a:gd name="T13" fmla="*/ 207 h 434"/>
                  <a:gd name="T14" fmla="*/ 262 w 433"/>
                  <a:gd name="T15" fmla="*/ 208 h 434"/>
                  <a:gd name="T16" fmla="*/ 255 w 433"/>
                  <a:gd name="T17" fmla="*/ 210 h 434"/>
                  <a:gd name="T18" fmla="*/ 176 w 433"/>
                  <a:gd name="T19" fmla="*/ 289 h 434"/>
                  <a:gd name="T20" fmla="*/ 141 w 433"/>
                  <a:gd name="T21" fmla="*/ 325 h 434"/>
                  <a:gd name="T22" fmla="*/ 140 w 433"/>
                  <a:gd name="T23" fmla="*/ 330 h 434"/>
                  <a:gd name="T24" fmla="*/ 146 w 433"/>
                  <a:gd name="T25" fmla="*/ 354 h 434"/>
                  <a:gd name="T26" fmla="*/ 121 w 433"/>
                  <a:gd name="T27" fmla="*/ 415 h 434"/>
                  <a:gd name="T28" fmla="*/ 67 w 433"/>
                  <a:gd name="T29" fmla="*/ 432 h 434"/>
                  <a:gd name="T30" fmla="*/ 12 w 433"/>
                  <a:gd name="T31" fmla="*/ 397 h 434"/>
                  <a:gd name="T32" fmla="*/ 4 w 433"/>
                  <a:gd name="T33" fmla="*/ 342 h 434"/>
                  <a:gd name="T34" fmla="*/ 46 w 433"/>
                  <a:gd name="T35" fmla="*/ 294 h 434"/>
                  <a:gd name="T36" fmla="*/ 105 w 433"/>
                  <a:gd name="T37" fmla="*/ 295 h 434"/>
                  <a:gd name="T38" fmla="*/ 110 w 433"/>
                  <a:gd name="T39" fmla="*/ 293 h 434"/>
                  <a:gd name="T40" fmla="*/ 191 w 433"/>
                  <a:gd name="T41" fmla="*/ 213 h 434"/>
                  <a:gd name="T42" fmla="*/ 223 w 433"/>
                  <a:gd name="T43" fmla="*/ 181 h 434"/>
                  <a:gd name="T44" fmla="*/ 227 w 433"/>
                  <a:gd name="T45" fmla="*/ 171 h 434"/>
                  <a:gd name="T46" fmla="*/ 227 w 433"/>
                  <a:gd name="T47" fmla="*/ 143 h 434"/>
                  <a:gd name="T48" fmla="*/ 231 w 433"/>
                  <a:gd name="T49" fmla="*/ 131 h 434"/>
                  <a:gd name="T50" fmla="*/ 360 w 433"/>
                  <a:gd name="T51" fmla="*/ 3 h 434"/>
                  <a:gd name="T52" fmla="*/ 363 w 433"/>
                  <a:gd name="T53" fmla="*/ 0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3" h="434">
                    <a:moveTo>
                      <a:pt x="363" y="0"/>
                    </a:moveTo>
                    <a:cubicBezTo>
                      <a:pt x="363" y="24"/>
                      <a:pt x="363" y="47"/>
                      <a:pt x="363" y="71"/>
                    </a:cubicBezTo>
                    <a:cubicBezTo>
                      <a:pt x="386" y="71"/>
                      <a:pt x="409" y="71"/>
                      <a:pt x="432" y="71"/>
                    </a:cubicBezTo>
                    <a:cubicBezTo>
                      <a:pt x="432" y="72"/>
                      <a:pt x="432" y="73"/>
                      <a:pt x="433" y="73"/>
                    </a:cubicBezTo>
                    <a:cubicBezTo>
                      <a:pt x="424" y="81"/>
                      <a:pt x="416" y="90"/>
                      <a:pt x="408" y="98"/>
                    </a:cubicBezTo>
                    <a:cubicBezTo>
                      <a:pt x="373" y="133"/>
                      <a:pt x="338" y="168"/>
                      <a:pt x="303" y="203"/>
                    </a:cubicBezTo>
                    <a:cubicBezTo>
                      <a:pt x="300" y="206"/>
                      <a:pt x="297" y="208"/>
                      <a:pt x="292" y="207"/>
                    </a:cubicBezTo>
                    <a:cubicBezTo>
                      <a:pt x="282" y="207"/>
                      <a:pt x="272" y="207"/>
                      <a:pt x="262" y="208"/>
                    </a:cubicBezTo>
                    <a:cubicBezTo>
                      <a:pt x="260" y="208"/>
                      <a:pt x="256" y="209"/>
                      <a:pt x="255" y="210"/>
                    </a:cubicBezTo>
                    <a:cubicBezTo>
                      <a:pt x="228" y="237"/>
                      <a:pt x="202" y="263"/>
                      <a:pt x="176" y="289"/>
                    </a:cubicBezTo>
                    <a:cubicBezTo>
                      <a:pt x="164" y="301"/>
                      <a:pt x="152" y="313"/>
                      <a:pt x="141" y="325"/>
                    </a:cubicBezTo>
                    <a:cubicBezTo>
                      <a:pt x="140" y="326"/>
                      <a:pt x="139" y="328"/>
                      <a:pt x="140" y="330"/>
                    </a:cubicBezTo>
                    <a:cubicBezTo>
                      <a:pt x="143" y="338"/>
                      <a:pt x="145" y="346"/>
                      <a:pt x="146" y="354"/>
                    </a:cubicBezTo>
                    <a:cubicBezTo>
                      <a:pt x="148" y="379"/>
                      <a:pt x="139" y="399"/>
                      <a:pt x="121" y="415"/>
                    </a:cubicBezTo>
                    <a:cubicBezTo>
                      <a:pt x="105" y="428"/>
                      <a:pt x="87" y="434"/>
                      <a:pt x="67" y="432"/>
                    </a:cubicBezTo>
                    <a:cubicBezTo>
                      <a:pt x="43" y="429"/>
                      <a:pt x="25" y="417"/>
                      <a:pt x="12" y="397"/>
                    </a:cubicBezTo>
                    <a:cubicBezTo>
                      <a:pt x="2" y="380"/>
                      <a:pt x="0" y="361"/>
                      <a:pt x="4" y="342"/>
                    </a:cubicBezTo>
                    <a:cubicBezTo>
                      <a:pt x="10" y="320"/>
                      <a:pt x="24" y="303"/>
                      <a:pt x="46" y="294"/>
                    </a:cubicBezTo>
                    <a:cubicBezTo>
                      <a:pt x="66" y="285"/>
                      <a:pt x="86" y="286"/>
                      <a:pt x="105" y="295"/>
                    </a:cubicBezTo>
                    <a:cubicBezTo>
                      <a:pt x="107" y="295"/>
                      <a:pt x="109" y="294"/>
                      <a:pt x="110" y="293"/>
                    </a:cubicBezTo>
                    <a:cubicBezTo>
                      <a:pt x="137" y="267"/>
                      <a:pt x="164" y="240"/>
                      <a:pt x="191" y="213"/>
                    </a:cubicBezTo>
                    <a:cubicBezTo>
                      <a:pt x="202" y="202"/>
                      <a:pt x="212" y="191"/>
                      <a:pt x="223" y="181"/>
                    </a:cubicBezTo>
                    <a:cubicBezTo>
                      <a:pt x="226" y="178"/>
                      <a:pt x="227" y="175"/>
                      <a:pt x="227" y="171"/>
                    </a:cubicBezTo>
                    <a:cubicBezTo>
                      <a:pt x="227" y="162"/>
                      <a:pt x="227" y="152"/>
                      <a:pt x="227" y="143"/>
                    </a:cubicBezTo>
                    <a:cubicBezTo>
                      <a:pt x="226" y="138"/>
                      <a:pt x="228" y="135"/>
                      <a:pt x="231" y="131"/>
                    </a:cubicBezTo>
                    <a:cubicBezTo>
                      <a:pt x="274" y="88"/>
                      <a:pt x="317" y="45"/>
                      <a:pt x="360" y="3"/>
                    </a:cubicBezTo>
                    <a:cubicBezTo>
                      <a:pt x="361" y="2"/>
                      <a:pt x="362" y="1"/>
                      <a:pt x="3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3" name="Oval 38">
              <a:extLst>
                <a:ext uri="{FF2B5EF4-FFF2-40B4-BE49-F238E27FC236}">
                  <a16:creationId xmlns:a16="http://schemas.microsoft.com/office/drawing/2014/main" id="{1288720A-7ABA-E376-7A54-DFE0C0C98D85}"/>
                </a:ext>
              </a:extLst>
            </p:cNvPr>
            <p:cNvSpPr/>
            <p:nvPr/>
          </p:nvSpPr>
          <p:spPr>
            <a:xfrm>
              <a:off x="7438336" y="4373150"/>
              <a:ext cx="1464730" cy="146472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10000"/>
              </a:schemeClr>
            </a:solidFill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5F8AC27A-81C0-79FF-2100-ECE1B6A0A1C2}"/>
              </a:ext>
            </a:extLst>
          </p:cNvPr>
          <p:cNvGrpSpPr/>
          <p:nvPr/>
        </p:nvGrpSpPr>
        <p:grpSpPr>
          <a:xfrm>
            <a:off x="38633" y="2439886"/>
            <a:ext cx="1635051" cy="2334582"/>
            <a:chOff x="658371" y="2611775"/>
            <a:chExt cx="2254752" cy="3219412"/>
          </a:xfrm>
        </p:grpSpPr>
        <p:sp>
          <p:nvSpPr>
            <p:cNvPr id="48" name="Arrow: Chevron 1">
              <a:extLst>
                <a:ext uri="{FF2B5EF4-FFF2-40B4-BE49-F238E27FC236}">
                  <a16:creationId xmlns:a16="http://schemas.microsoft.com/office/drawing/2014/main" id="{EC8D3F9D-9A2D-4A2F-0810-9A9F3528A44D}"/>
                </a:ext>
              </a:extLst>
            </p:cNvPr>
            <p:cNvSpPr/>
            <p:nvPr/>
          </p:nvSpPr>
          <p:spPr>
            <a:xfrm>
              <a:off x="1023422" y="3330624"/>
              <a:ext cx="1727200" cy="381000"/>
            </a:xfrm>
            <a:prstGeom prst="chevron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9" name="Straight Connector 14">
              <a:extLst>
                <a:ext uri="{FF2B5EF4-FFF2-40B4-BE49-F238E27FC236}">
                  <a16:creationId xmlns:a16="http://schemas.microsoft.com/office/drawing/2014/main" id="{6F692A96-CC37-2E5B-5E51-11EAB2D86498}"/>
                </a:ext>
              </a:extLst>
            </p:cNvPr>
            <p:cNvCxnSpPr>
              <a:cxnSpLocks/>
            </p:cNvCxnSpPr>
            <p:nvPr/>
          </p:nvCxnSpPr>
          <p:spPr>
            <a:xfrm>
              <a:off x="1801171" y="3711624"/>
              <a:ext cx="0" cy="640111"/>
            </a:xfrm>
            <a:prstGeom prst="line">
              <a:avLst/>
            </a:prstGeom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7">
              <a:extLst>
                <a:ext uri="{FF2B5EF4-FFF2-40B4-BE49-F238E27FC236}">
                  <a16:creationId xmlns:a16="http://schemas.microsoft.com/office/drawing/2014/main" id="{6A63D7EB-B67C-0876-B526-01B1D9979290}"/>
                </a:ext>
              </a:extLst>
            </p:cNvPr>
            <p:cNvGrpSpPr/>
            <p:nvPr/>
          </p:nvGrpSpPr>
          <p:grpSpPr>
            <a:xfrm>
              <a:off x="1410006" y="4606524"/>
              <a:ext cx="783073" cy="955149"/>
              <a:chOff x="7931851" y="2464731"/>
              <a:chExt cx="1002842" cy="1223210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53" name="Freeform 5">
                <a:extLst>
                  <a:ext uri="{FF2B5EF4-FFF2-40B4-BE49-F238E27FC236}">
                    <a16:creationId xmlns:a16="http://schemas.microsoft.com/office/drawing/2014/main" id="{0EB978EF-29B7-30F1-4EA7-6BA4E9FB3A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20806" y="2650831"/>
                <a:ext cx="623981" cy="1037110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Freeform 6">
                <a:extLst>
                  <a:ext uri="{FF2B5EF4-FFF2-40B4-BE49-F238E27FC236}">
                    <a16:creationId xmlns:a16="http://schemas.microsoft.com/office/drawing/2014/main" id="{C4BB86E9-4A83-DD76-D9E3-DB60056F71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93151" y="2944496"/>
                <a:ext cx="44264" cy="75201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Freeform 7">
                <a:extLst>
                  <a:ext uri="{FF2B5EF4-FFF2-40B4-BE49-F238E27FC236}">
                    <a16:creationId xmlns:a16="http://schemas.microsoft.com/office/drawing/2014/main" id="{F98ED819-EAA8-ABF3-0E49-0DD753B140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15045" y="3044923"/>
                <a:ext cx="160397" cy="25749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Freeform 8">
                <a:extLst>
                  <a:ext uri="{FF2B5EF4-FFF2-40B4-BE49-F238E27FC236}">
                    <a16:creationId xmlns:a16="http://schemas.microsoft.com/office/drawing/2014/main" id="{E78657E7-8C58-7157-9FA2-0DC8A9B7CD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5816" y="3030644"/>
                <a:ext cx="71870" cy="8900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Freeform 9">
                <a:extLst>
                  <a:ext uri="{FF2B5EF4-FFF2-40B4-BE49-F238E27FC236}">
                    <a16:creationId xmlns:a16="http://schemas.microsoft.com/office/drawing/2014/main" id="{D6B64960-8B41-3509-F93C-BEC691FB50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13044" y="2724603"/>
                <a:ext cx="259397" cy="28271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 10">
                <a:extLst>
                  <a:ext uri="{FF2B5EF4-FFF2-40B4-BE49-F238E27FC236}">
                    <a16:creationId xmlns:a16="http://schemas.microsoft.com/office/drawing/2014/main" id="{983777EB-FB01-D6E7-3387-D8B66575C7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13044" y="2464731"/>
                <a:ext cx="39980" cy="152306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11">
                <a:extLst>
                  <a:ext uri="{FF2B5EF4-FFF2-40B4-BE49-F238E27FC236}">
                    <a16:creationId xmlns:a16="http://schemas.microsoft.com/office/drawing/2014/main" id="{831CF1FE-7F8E-5420-E57B-C7D7353E85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69830" y="2526606"/>
                <a:ext cx="101379" cy="14088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 12">
                <a:extLst>
                  <a:ext uri="{FF2B5EF4-FFF2-40B4-BE49-F238E27FC236}">
                    <a16:creationId xmlns:a16="http://schemas.microsoft.com/office/drawing/2014/main" id="{E554C0CC-32DC-0C8A-58BA-18DB567746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0507" y="3132975"/>
                <a:ext cx="142311" cy="99951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Freeform 13">
                <a:extLst>
                  <a:ext uri="{FF2B5EF4-FFF2-40B4-BE49-F238E27FC236}">
                    <a16:creationId xmlns:a16="http://schemas.microsoft.com/office/drawing/2014/main" id="{640E443E-0FD8-8688-D801-A6D7DC0B03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93726" y="2704613"/>
                <a:ext cx="142311" cy="98999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Freeform 14">
                <a:extLst>
                  <a:ext uri="{FF2B5EF4-FFF2-40B4-BE49-F238E27FC236}">
                    <a16:creationId xmlns:a16="http://schemas.microsoft.com/office/drawing/2014/main" id="{56B277F5-BBD0-48F1-82DF-B38ADEB207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82387" y="2949255"/>
                <a:ext cx="152306" cy="40457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Freeform 15">
                <a:extLst>
                  <a:ext uri="{FF2B5EF4-FFF2-40B4-BE49-F238E27FC236}">
                    <a16:creationId xmlns:a16="http://schemas.microsoft.com/office/drawing/2014/main" id="{46725FC8-05BD-A4EA-BDF3-36F3FA7DA3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31851" y="2949255"/>
                <a:ext cx="151355" cy="40457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4" name="Freeform 16">
                <a:extLst>
                  <a:ext uri="{FF2B5EF4-FFF2-40B4-BE49-F238E27FC236}">
                    <a16:creationId xmlns:a16="http://schemas.microsoft.com/office/drawing/2014/main" id="{835096AB-D89E-ED96-9CD1-B9F72E6EB9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0507" y="2704613"/>
                <a:ext cx="142311" cy="98999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5" name="Freeform 17">
                <a:extLst>
                  <a:ext uri="{FF2B5EF4-FFF2-40B4-BE49-F238E27FC236}">
                    <a16:creationId xmlns:a16="http://schemas.microsoft.com/office/drawing/2014/main" id="{470B1899-CC77-9D41-E91D-CFF4746CAE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93726" y="3132975"/>
                <a:ext cx="142311" cy="99951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6" name="Freeform 18">
                <a:extLst>
                  <a:ext uri="{FF2B5EF4-FFF2-40B4-BE49-F238E27FC236}">
                    <a16:creationId xmlns:a16="http://schemas.microsoft.com/office/drawing/2014/main" id="{138BE454-C167-5EDD-F1AD-EB0DF6472A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95336" y="2526606"/>
                <a:ext cx="101379" cy="14088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1" name="Oval 16">
              <a:extLst>
                <a:ext uri="{FF2B5EF4-FFF2-40B4-BE49-F238E27FC236}">
                  <a16:creationId xmlns:a16="http://schemas.microsoft.com/office/drawing/2014/main" id="{E1F69EC2-D775-B5A1-7651-F9984CAE75A6}"/>
                </a:ext>
              </a:extLst>
            </p:cNvPr>
            <p:cNvSpPr/>
            <p:nvPr/>
          </p:nvSpPr>
          <p:spPr>
            <a:xfrm>
              <a:off x="1081382" y="4366459"/>
              <a:ext cx="1464730" cy="1464728"/>
            </a:xfrm>
            <a:prstGeom prst="ellipse">
              <a:avLst/>
            </a:prstGeom>
            <a:solidFill>
              <a:schemeClr val="tx2">
                <a:lumMod val="75000"/>
                <a:alpha val="1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TextBox 50">
              <a:extLst>
                <a:ext uri="{FF2B5EF4-FFF2-40B4-BE49-F238E27FC236}">
                  <a16:creationId xmlns:a16="http://schemas.microsoft.com/office/drawing/2014/main" id="{A22B208A-6C5C-E3C5-A3E7-B50FAD002941}"/>
                </a:ext>
              </a:extLst>
            </p:cNvPr>
            <p:cNvSpPr txBox="1"/>
            <p:nvPr/>
          </p:nvSpPr>
          <p:spPr>
            <a:xfrm>
              <a:off x="658371" y="2611775"/>
              <a:ext cx="2254752" cy="4668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INTRODUCTION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w Cen MT" panose="020B0602020104020603" pitchFamily="34" charset="0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1027" name="Groupe 1026">
            <a:extLst>
              <a:ext uri="{FF2B5EF4-FFF2-40B4-BE49-F238E27FC236}">
                <a16:creationId xmlns:a16="http://schemas.microsoft.com/office/drawing/2014/main" id="{C0820AA3-90D5-DFD3-13DB-7AB27BE4AFA7}"/>
              </a:ext>
            </a:extLst>
          </p:cNvPr>
          <p:cNvGrpSpPr/>
          <p:nvPr/>
        </p:nvGrpSpPr>
        <p:grpSpPr>
          <a:xfrm>
            <a:off x="1852634" y="2184339"/>
            <a:ext cx="1819164" cy="2669392"/>
            <a:chOff x="2721242" y="2333166"/>
            <a:chExt cx="2421406" cy="3519550"/>
          </a:xfrm>
        </p:grpSpPr>
        <p:sp>
          <p:nvSpPr>
            <p:cNvPr id="1028" name="Arrow: Chevron 2">
              <a:extLst>
                <a:ext uri="{FF2B5EF4-FFF2-40B4-BE49-F238E27FC236}">
                  <a16:creationId xmlns:a16="http://schemas.microsoft.com/office/drawing/2014/main" id="{155E5536-5AF6-621F-C123-9D528F0ED9D6}"/>
                </a:ext>
              </a:extLst>
            </p:cNvPr>
            <p:cNvSpPr/>
            <p:nvPr/>
          </p:nvSpPr>
          <p:spPr>
            <a:xfrm>
              <a:off x="3163595" y="3330624"/>
              <a:ext cx="1727200" cy="381000"/>
            </a:xfrm>
            <a:prstGeom prst="chevro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9" name="TextBox 11">
              <a:extLst>
                <a:ext uri="{FF2B5EF4-FFF2-40B4-BE49-F238E27FC236}">
                  <a16:creationId xmlns:a16="http://schemas.microsoft.com/office/drawing/2014/main" id="{BA0A361C-E392-6DB8-4A9B-1644AA3F836E}"/>
                </a:ext>
              </a:extLst>
            </p:cNvPr>
            <p:cNvSpPr txBox="1"/>
            <p:nvPr/>
          </p:nvSpPr>
          <p:spPr>
            <a:xfrm>
              <a:off x="2721242" y="2333166"/>
              <a:ext cx="2421406" cy="689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CONTEXTE ET</a:t>
              </a:r>
            </a:p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JUSTIFICATION</a:t>
              </a:r>
            </a:p>
          </p:txBody>
        </p:sp>
        <p:cxnSp>
          <p:nvCxnSpPr>
            <p:cNvPr id="1030" name="Straight Connector 22">
              <a:extLst>
                <a:ext uri="{FF2B5EF4-FFF2-40B4-BE49-F238E27FC236}">
                  <a16:creationId xmlns:a16="http://schemas.microsoft.com/office/drawing/2014/main" id="{F9CAEAD4-E445-E82B-00DE-0EB3E8A8E9FC}"/>
                </a:ext>
              </a:extLst>
            </p:cNvPr>
            <p:cNvCxnSpPr>
              <a:cxnSpLocks/>
              <a:stCxn id="1028" idx="2"/>
              <a:endCxn id="1032" idx="0"/>
            </p:cNvCxnSpPr>
            <p:nvPr/>
          </p:nvCxnSpPr>
          <p:spPr>
            <a:xfrm>
              <a:off x="3931945" y="3711624"/>
              <a:ext cx="14818" cy="640111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1" name="Group 66">
              <a:extLst>
                <a:ext uri="{FF2B5EF4-FFF2-40B4-BE49-F238E27FC236}">
                  <a16:creationId xmlns:a16="http://schemas.microsoft.com/office/drawing/2014/main" id="{DA8B06BD-D46B-9277-165E-37AAE50D87E4}"/>
                </a:ext>
              </a:extLst>
            </p:cNvPr>
            <p:cNvGrpSpPr/>
            <p:nvPr/>
          </p:nvGrpSpPr>
          <p:grpSpPr>
            <a:xfrm>
              <a:off x="3507883" y="4645325"/>
              <a:ext cx="877760" cy="877548"/>
              <a:chOff x="2700338" y="8651875"/>
              <a:chExt cx="6545262" cy="654367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1034" name="Freeform 18">
                <a:extLst>
                  <a:ext uri="{FF2B5EF4-FFF2-40B4-BE49-F238E27FC236}">
                    <a16:creationId xmlns:a16="http://schemas.microsoft.com/office/drawing/2014/main" id="{E4620114-C224-3AE3-1048-80015EA58C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00338" y="10820400"/>
                <a:ext cx="4376737" cy="4375150"/>
              </a:xfrm>
              <a:custGeom>
                <a:avLst/>
                <a:gdLst>
                  <a:gd name="T0" fmla="*/ 477 w 1376"/>
                  <a:gd name="T1" fmla="*/ 1360 h 1376"/>
                  <a:gd name="T2" fmla="*/ 312 w 1376"/>
                  <a:gd name="T3" fmla="*/ 1212 h 1376"/>
                  <a:gd name="T4" fmla="*/ 237 w 1376"/>
                  <a:gd name="T5" fmla="*/ 1044 h 1376"/>
                  <a:gd name="T6" fmla="*/ 64 w 1376"/>
                  <a:gd name="T7" fmla="*/ 1013 h 1376"/>
                  <a:gd name="T8" fmla="*/ 51 w 1376"/>
                  <a:gd name="T9" fmla="*/ 793 h 1376"/>
                  <a:gd name="T10" fmla="*/ 117 w 1376"/>
                  <a:gd name="T11" fmla="*/ 621 h 1376"/>
                  <a:gd name="T12" fmla="*/ 16 w 1376"/>
                  <a:gd name="T13" fmla="*/ 476 h 1376"/>
                  <a:gd name="T14" fmla="*/ 164 w 1376"/>
                  <a:gd name="T15" fmla="*/ 312 h 1376"/>
                  <a:gd name="T16" fmla="*/ 332 w 1376"/>
                  <a:gd name="T17" fmla="*/ 237 h 1376"/>
                  <a:gd name="T18" fmla="*/ 363 w 1376"/>
                  <a:gd name="T19" fmla="*/ 63 h 1376"/>
                  <a:gd name="T20" fmla="*/ 583 w 1376"/>
                  <a:gd name="T21" fmla="*/ 51 h 1376"/>
                  <a:gd name="T22" fmla="*/ 755 w 1376"/>
                  <a:gd name="T23" fmla="*/ 116 h 1376"/>
                  <a:gd name="T24" fmla="*/ 900 w 1376"/>
                  <a:gd name="T25" fmla="*/ 16 h 1376"/>
                  <a:gd name="T26" fmla="*/ 1064 w 1376"/>
                  <a:gd name="T27" fmla="*/ 163 h 1376"/>
                  <a:gd name="T28" fmla="*/ 1139 w 1376"/>
                  <a:gd name="T29" fmla="*/ 331 h 1376"/>
                  <a:gd name="T30" fmla="*/ 1313 w 1376"/>
                  <a:gd name="T31" fmla="*/ 362 h 1376"/>
                  <a:gd name="T32" fmla="*/ 1360 w 1376"/>
                  <a:gd name="T33" fmla="*/ 476 h 1376"/>
                  <a:gd name="T34" fmla="*/ 1260 w 1376"/>
                  <a:gd name="T35" fmla="*/ 621 h 1376"/>
                  <a:gd name="T36" fmla="*/ 1325 w 1376"/>
                  <a:gd name="T37" fmla="*/ 793 h 1376"/>
                  <a:gd name="T38" fmla="*/ 1313 w 1376"/>
                  <a:gd name="T39" fmla="*/ 1013 h 1376"/>
                  <a:gd name="T40" fmla="*/ 1139 w 1376"/>
                  <a:gd name="T41" fmla="*/ 1044 h 1376"/>
                  <a:gd name="T42" fmla="*/ 1064 w 1376"/>
                  <a:gd name="T43" fmla="*/ 1212 h 1376"/>
                  <a:gd name="T44" fmla="*/ 900 w 1376"/>
                  <a:gd name="T45" fmla="*/ 1360 h 1376"/>
                  <a:gd name="T46" fmla="*/ 755 w 1376"/>
                  <a:gd name="T47" fmla="*/ 1259 h 1376"/>
                  <a:gd name="T48" fmla="*/ 583 w 1376"/>
                  <a:gd name="T49" fmla="*/ 1325 h 1376"/>
                  <a:gd name="T50" fmla="*/ 403 w 1376"/>
                  <a:gd name="T51" fmla="*/ 1230 h 1376"/>
                  <a:gd name="T52" fmla="*/ 544 w 1376"/>
                  <a:gd name="T53" fmla="*/ 1210 h 1376"/>
                  <a:gd name="T54" fmla="*/ 748 w 1376"/>
                  <a:gd name="T55" fmla="*/ 1167 h 1376"/>
                  <a:gd name="T56" fmla="*/ 870 w 1376"/>
                  <a:gd name="T57" fmla="*/ 1273 h 1376"/>
                  <a:gd name="T58" fmla="*/ 956 w 1376"/>
                  <a:gd name="T59" fmla="*/ 1159 h 1376"/>
                  <a:gd name="T60" fmla="*/ 1070 w 1376"/>
                  <a:gd name="T61" fmla="*/ 985 h 1376"/>
                  <a:gd name="T62" fmla="*/ 1230 w 1376"/>
                  <a:gd name="T63" fmla="*/ 973 h 1376"/>
                  <a:gd name="T64" fmla="*/ 1211 w 1376"/>
                  <a:gd name="T65" fmla="*/ 832 h 1376"/>
                  <a:gd name="T66" fmla="*/ 1168 w 1376"/>
                  <a:gd name="T67" fmla="*/ 628 h 1376"/>
                  <a:gd name="T68" fmla="*/ 1274 w 1376"/>
                  <a:gd name="T69" fmla="*/ 506 h 1376"/>
                  <a:gd name="T70" fmla="*/ 1160 w 1376"/>
                  <a:gd name="T71" fmla="*/ 420 h 1376"/>
                  <a:gd name="T72" fmla="*/ 986 w 1376"/>
                  <a:gd name="T73" fmla="*/ 306 h 1376"/>
                  <a:gd name="T74" fmla="*/ 974 w 1376"/>
                  <a:gd name="T75" fmla="*/ 146 h 1376"/>
                  <a:gd name="T76" fmla="*/ 833 w 1376"/>
                  <a:gd name="T77" fmla="*/ 165 h 1376"/>
                  <a:gd name="T78" fmla="*/ 629 w 1376"/>
                  <a:gd name="T79" fmla="*/ 208 h 1376"/>
                  <a:gd name="T80" fmla="*/ 507 w 1376"/>
                  <a:gd name="T81" fmla="*/ 102 h 1376"/>
                  <a:gd name="T82" fmla="*/ 421 w 1376"/>
                  <a:gd name="T83" fmla="*/ 216 h 1376"/>
                  <a:gd name="T84" fmla="*/ 307 w 1376"/>
                  <a:gd name="T85" fmla="*/ 390 h 1376"/>
                  <a:gd name="T86" fmla="*/ 146 w 1376"/>
                  <a:gd name="T87" fmla="*/ 402 h 1376"/>
                  <a:gd name="T88" fmla="*/ 166 w 1376"/>
                  <a:gd name="T89" fmla="*/ 543 h 1376"/>
                  <a:gd name="T90" fmla="*/ 209 w 1376"/>
                  <a:gd name="T91" fmla="*/ 747 h 1376"/>
                  <a:gd name="T92" fmla="*/ 103 w 1376"/>
                  <a:gd name="T93" fmla="*/ 869 h 1376"/>
                  <a:gd name="T94" fmla="*/ 217 w 1376"/>
                  <a:gd name="T95" fmla="*/ 955 h 1376"/>
                  <a:gd name="T96" fmla="*/ 391 w 1376"/>
                  <a:gd name="T97" fmla="*/ 1069 h 1376"/>
                  <a:gd name="T98" fmla="*/ 403 w 1376"/>
                  <a:gd name="T99" fmla="*/ 1230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376" h="1376">
                    <a:moveTo>
                      <a:pt x="509" y="1366"/>
                    </a:moveTo>
                    <a:cubicBezTo>
                      <a:pt x="498" y="1366"/>
                      <a:pt x="487" y="1364"/>
                      <a:pt x="477" y="1360"/>
                    </a:cubicBezTo>
                    <a:cubicBezTo>
                      <a:pt x="363" y="1312"/>
                      <a:pt x="363" y="1312"/>
                      <a:pt x="363" y="1312"/>
                    </a:cubicBezTo>
                    <a:cubicBezTo>
                      <a:pt x="324" y="1296"/>
                      <a:pt x="302" y="1253"/>
                      <a:pt x="312" y="1212"/>
                    </a:cubicBezTo>
                    <a:cubicBezTo>
                      <a:pt x="319" y="1188"/>
                      <a:pt x="325" y="1163"/>
                      <a:pt x="332" y="1139"/>
                    </a:cubicBezTo>
                    <a:cubicBezTo>
                      <a:pt x="297" y="1111"/>
                      <a:pt x="265" y="1079"/>
                      <a:pt x="237" y="1044"/>
                    </a:cubicBezTo>
                    <a:cubicBezTo>
                      <a:pt x="213" y="1051"/>
                      <a:pt x="188" y="1057"/>
                      <a:pt x="164" y="1064"/>
                    </a:cubicBezTo>
                    <a:cubicBezTo>
                      <a:pt x="123" y="1074"/>
                      <a:pt x="80" y="1052"/>
                      <a:pt x="64" y="1013"/>
                    </a:cubicBezTo>
                    <a:cubicBezTo>
                      <a:pt x="16" y="899"/>
                      <a:pt x="16" y="899"/>
                      <a:pt x="16" y="899"/>
                    </a:cubicBezTo>
                    <a:cubicBezTo>
                      <a:pt x="0" y="860"/>
                      <a:pt x="15" y="815"/>
                      <a:pt x="51" y="793"/>
                    </a:cubicBezTo>
                    <a:cubicBezTo>
                      <a:pt x="73" y="780"/>
                      <a:pt x="95" y="767"/>
                      <a:pt x="117" y="754"/>
                    </a:cubicBezTo>
                    <a:cubicBezTo>
                      <a:pt x="112" y="710"/>
                      <a:pt x="112" y="665"/>
                      <a:pt x="117" y="621"/>
                    </a:cubicBezTo>
                    <a:cubicBezTo>
                      <a:pt x="95" y="608"/>
                      <a:pt x="73" y="595"/>
                      <a:pt x="51" y="582"/>
                    </a:cubicBezTo>
                    <a:cubicBezTo>
                      <a:pt x="15" y="561"/>
                      <a:pt x="0" y="515"/>
                      <a:pt x="16" y="476"/>
                    </a:cubicBezTo>
                    <a:cubicBezTo>
                      <a:pt x="64" y="362"/>
                      <a:pt x="64" y="362"/>
                      <a:pt x="64" y="362"/>
                    </a:cubicBezTo>
                    <a:cubicBezTo>
                      <a:pt x="80" y="323"/>
                      <a:pt x="123" y="301"/>
                      <a:pt x="164" y="312"/>
                    </a:cubicBezTo>
                    <a:cubicBezTo>
                      <a:pt x="188" y="318"/>
                      <a:pt x="213" y="324"/>
                      <a:pt x="237" y="331"/>
                    </a:cubicBezTo>
                    <a:cubicBezTo>
                      <a:pt x="265" y="296"/>
                      <a:pt x="297" y="264"/>
                      <a:pt x="332" y="237"/>
                    </a:cubicBezTo>
                    <a:cubicBezTo>
                      <a:pt x="325" y="212"/>
                      <a:pt x="319" y="187"/>
                      <a:pt x="312" y="163"/>
                    </a:cubicBezTo>
                    <a:cubicBezTo>
                      <a:pt x="302" y="122"/>
                      <a:pt x="324" y="79"/>
                      <a:pt x="363" y="63"/>
                    </a:cubicBezTo>
                    <a:cubicBezTo>
                      <a:pt x="477" y="16"/>
                      <a:pt x="477" y="16"/>
                      <a:pt x="477" y="16"/>
                    </a:cubicBezTo>
                    <a:cubicBezTo>
                      <a:pt x="516" y="0"/>
                      <a:pt x="561" y="15"/>
                      <a:pt x="583" y="51"/>
                    </a:cubicBezTo>
                    <a:cubicBezTo>
                      <a:pt x="596" y="72"/>
                      <a:pt x="609" y="94"/>
                      <a:pt x="622" y="116"/>
                    </a:cubicBezTo>
                    <a:cubicBezTo>
                      <a:pt x="666" y="111"/>
                      <a:pt x="711" y="111"/>
                      <a:pt x="755" y="116"/>
                    </a:cubicBezTo>
                    <a:cubicBezTo>
                      <a:pt x="768" y="94"/>
                      <a:pt x="781" y="72"/>
                      <a:pt x="794" y="51"/>
                    </a:cubicBezTo>
                    <a:cubicBezTo>
                      <a:pt x="815" y="15"/>
                      <a:pt x="861" y="0"/>
                      <a:pt x="900" y="16"/>
                    </a:cubicBezTo>
                    <a:cubicBezTo>
                      <a:pt x="1014" y="63"/>
                      <a:pt x="1014" y="63"/>
                      <a:pt x="1014" y="63"/>
                    </a:cubicBezTo>
                    <a:cubicBezTo>
                      <a:pt x="1053" y="79"/>
                      <a:pt x="1075" y="122"/>
                      <a:pt x="1064" y="163"/>
                    </a:cubicBezTo>
                    <a:cubicBezTo>
                      <a:pt x="1058" y="187"/>
                      <a:pt x="1052" y="212"/>
                      <a:pt x="1045" y="237"/>
                    </a:cubicBezTo>
                    <a:cubicBezTo>
                      <a:pt x="1080" y="264"/>
                      <a:pt x="1112" y="296"/>
                      <a:pt x="1139" y="331"/>
                    </a:cubicBezTo>
                    <a:cubicBezTo>
                      <a:pt x="1164" y="324"/>
                      <a:pt x="1189" y="318"/>
                      <a:pt x="1213" y="312"/>
                    </a:cubicBezTo>
                    <a:cubicBezTo>
                      <a:pt x="1254" y="301"/>
                      <a:pt x="1297" y="323"/>
                      <a:pt x="1313" y="362"/>
                    </a:cubicBezTo>
                    <a:cubicBezTo>
                      <a:pt x="1360" y="476"/>
                      <a:pt x="1360" y="476"/>
                      <a:pt x="1360" y="476"/>
                    </a:cubicBezTo>
                    <a:cubicBezTo>
                      <a:pt x="1360" y="476"/>
                      <a:pt x="1360" y="476"/>
                      <a:pt x="1360" y="476"/>
                    </a:cubicBezTo>
                    <a:cubicBezTo>
                      <a:pt x="1376" y="515"/>
                      <a:pt x="1361" y="561"/>
                      <a:pt x="1325" y="582"/>
                    </a:cubicBezTo>
                    <a:cubicBezTo>
                      <a:pt x="1304" y="595"/>
                      <a:pt x="1282" y="608"/>
                      <a:pt x="1260" y="621"/>
                    </a:cubicBezTo>
                    <a:cubicBezTo>
                      <a:pt x="1265" y="665"/>
                      <a:pt x="1265" y="710"/>
                      <a:pt x="1260" y="754"/>
                    </a:cubicBezTo>
                    <a:cubicBezTo>
                      <a:pt x="1282" y="767"/>
                      <a:pt x="1304" y="780"/>
                      <a:pt x="1325" y="793"/>
                    </a:cubicBezTo>
                    <a:cubicBezTo>
                      <a:pt x="1361" y="815"/>
                      <a:pt x="1376" y="860"/>
                      <a:pt x="1360" y="899"/>
                    </a:cubicBezTo>
                    <a:cubicBezTo>
                      <a:pt x="1313" y="1013"/>
                      <a:pt x="1313" y="1013"/>
                      <a:pt x="1313" y="1013"/>
                    </a:cubicBezTo>
                    <a:cubicBezTo>
                      <a:pt x="1297" y="1052"/>
                      <a:pt x="1254" y="1074"/>
                      <a:pt x="1213" y="1064"/>
                    </a:cubicBezTo>
                    <a:cubicBezTo>
                      <a:pt x="1189" y="1057"/>
                      <a:pt x="1164" y="1051"/>
                      <a:pt x="1139" y="1044"/>
                    </a:cubicBezTo>
                    <a:cubicBezTo>
                      <a:pt x="1112" y="1079"/>
                      <a:pt x="1080" y="1111"/>
                      <a:pt x="1045" y="1139"/>
                    </a:cubicBezTo>
                    <a:cubicBezTo>
                      <a:pt x="1052" y="1164"/>
                      <a:pt x="1058" y="1188"/>
                      <a:pt x="1064" y="1212"/>
                    </a:cubicBezTo>
                    <a:cubicBezTo>
                      <a:pt x="1075" y="1253"/>
                      <a:pt x="1053" y="1296"/>
                      <a:pt x="1014" y="1312"/>
                    </a:cubicBezTo>
                    <a:cubicBezTo>
                      <a:pt x="900" y="1360"/>
                      <a:pt x="900" y="1360"/>
                      <a:pt x="900" y="1360"/>
                    </a:cubicBezTo>
                    <a:cubicBezTo>
                      <a:pt x="861" y="1376"/>
                      <a:pt x="815" y="1361"/>
                      <a:pt x="794" y="1325"/>
                    </a:cubicBezTo>
                    <a:cubicBezTo>
                      <a:pt x="781" y="1303"/>
                      <a:pt x="768" y="1281"/>
                      <a:pt x="755" y="1259"/>
                    </a:cubicBezTo>
                    <a:cubicBezTo>
                      <a:pt x="711" y="1264"/>
                      <a:pt x="666" y="1264"/>
                      <a:pt x="622" y="1259"/>
                    </a:cubicBezTo>
                    <a:cubicBezTo>
                      <a:pt x="609" y="1281"/>
                      <a:pt x="596" y="1303"/>
                      <a:pt x="583" y="1325"/>
                    </a:cubicBezTo>
                    <a:cubicBezTo>
                      <a:pt x="567" y="1351"/>
                      <a:pt x="539" y="1366"/>
                      <a:pt x="509" y="1366"/>
                    </a:cubicBezTo>
                    <a:close/>
                    <a:moveTo>
                      <a:pt x="403" y="1230"/>
                    </a:moveTo>
                    <a:cubicBezTo>
                      <a:pt x="507" y="1273"/>
                      <a:pt x="507" y="1273"/>
                      <a:pt x="507" y="1273"/>
                    </a:cubicBezTo>
                    <a:cubicBezTo>
                      <a:pt x="519" y="1252"/>
                      <a:pt x="532" y="1231"/>
                      <a:pt x="544" y="1210"/>
                    </a:cubicBezTo>
                    <a:cubicBezTo>
                      <a:pt x="562" y="1180"/>
                      <a:pt x="595" y="1163"/>
                      <a:pt x="629" y="1167"/>
                    </a:cubicBezTo>
                    <a:cubicBezTo>
                      <a:pt x="669" y="1172"/>
                      <a:pt x="708" y="1172"/>
                      <a:pt x="748" y="1167"/>
                    </a:cubicBezTo>
                    <a:cubicBezTo>
                      <a:pt x="782" y="1163"/>
                      <a:pt x="815" y="1180"/>
                      <a:pt x="833" y="1210"/>
                    </a:cubicBezTo>
                    <a:cubicBezTo>
                      <a:pt x="845" y="1231"/>
                      <a:pt x="857" y="1252"/>
                      <a:pt x="870" y="1273"/>
                    </a:cubicBezTo>
                    <a:cubicBezTo>
                      <a:pt x="974" y="1230"/>
                      <a:pt x="974" y="1230"/>
                      <a:pt x="974" y="1230"/>
                    </a:cubicBezTo>
                    <a:cubicBezTo>
                      <a:pt x="968" y="1206"/>
                      <a:pt x="962" y="1183"/>
                      <a:pt x="956" y="1159"/>
                    </a:cubicBezTo>
                    <a:cubicBezTo>
                      <a:pt x="947" y="1125"/>
                      <a:pt x="958" y="1090"/>
                      <a:pt x="986" y="1069"/>
                    </a:cubicBezTo>
                    <a:cubicBezTo>
                      <a:pt x="1017" y="1044"/>
                      <a:pt x="1045" y="1016"/>
                      <a:pt x="1070" y="985"/>
                    </a:cubicBezTo>
                    <a:cubicBezTo>
                      <a:pt x="1091" y="958"/>
                      <a:pt x="1126" y="946"/>
                      <a:pt x="1160" y="955"/>
                    </a:cubicBezTo>
                    <a:cubicBezTo>
                      <a:pt x="1183" y="961"/>
                      <a:pt x="1207" y="967"/>
                      <a:pt x="1230" y="973"/>
                    </a:cubicBezTo>
                    <a:cubicBezTo>
                      <a:pt x="1274" y="869"/>
                      <a:pt x="1274" y="869"/>
                      <a:pt x="1274" y="869"/>
                    </a:cubicBezTo>
                    <a:cubicBezTo>
                      <a:pt x="1253" y="856"/>
                      <a:pt x="1232" y="844"/>
                      <a:pt x="1211" y="832"/>
                    </a:cubicBezTo>
                    <a:cubicBezTo>
                      <a:pt x="1181" y="814"/>
                      <a:pt x="1164" y="781"/>
                      <a:pt x="1168" y="747"/>
                    </a:cubicBezTo>
                    <a:cubicBezTo>
                      <a:pt x="1173" y="707"/>
                      <a:pt x="1173" y="668"/>
                      <a:pt x="1168" y="628"/>
                    </a:cubicBezTo>
                    <a:cubicBezTo>
                      <a:pt x="1164" y="594"/>
                      <a:pt x="1181" y="561"/>
                      <a:pt x="1211" y="543"/>
                    </a:cubicBezTo>
                    <a:cubicBezTo>
                      <a:pt x="1232" y="531"/>
                      <a:pt x="1253" y="519"/>
                      <a:pt x="1274" y="506"/>
                    </a:cubicBezTo>
                    <a:cubicBezTo>
                      <a:pt x="1230" y="402"/>
                      <a:pt x="1230" y="402"/>
                      <a:pt x="1230" y="402"/>
                    </a:cubicBezTo>
                    <a:cubicBezTo>
                      <a:pt x="1207" y="408"/>
                      <a:pt x="1183" y="414"/>
                      <a:pt x="1160" y="420"/>
                    </a:cubicBezTo>
                    <a:cubicBezTo>
                      <a:pt x="1126" y="429"/>
                      <a:pt x="1091" y="418"/>
                      <a:pt x="1070" y="390"/>
                    </a:cubicBezTo>
                    <a:cubicBezTo>
                      <a:pt x="1045" y="359"/>
                      <a:pt x="1017" y="331"/>
                      <a:pt x="986" y="306"/>
                    </a:cubicBezTo>
                    <a:cubicBezTo>
                      <a:pt x="958" y="285"/>
                      <a:pt x="947" y="250"/>
                      <a:pt x="956" y="216"/>
                    </a:cubicBezTo>
                    <a:cubicBezTo>
                      <a:pt x="962" y="193"/>
                      <a:pt x="968" y="169"/>
                      <a:pt x="974" y="146"/>
                    </a:cubicBezTo>
                    <a:cubicBezTo>
                      <a:pt x="870" y="102"/>
                      <a:pt x="870" y="102"/>
                      <a:pt x="870" y="102"/>
                    </a:cubicBezTo>
                    <a:cubicBezTo>
                      <a:pt x="857" y="123"/>
                      <a:pt x="845" y="144"/>
                      <a:pt x="833" y="165"/>
                    </a:cubicBezTo>
                    <a:cubicBezTo>
                      <a:pt x="815" y="195"/>
                      <a:pt x="782" y="212"/>
                      <a:pt x="748" y="208"/>
                    </a:cubicBezTo>
                    <a:cubicBezTo>
                      <a:pt x="708" y="203"/>
                      <a:pt x="668" y="203"/>
                      <a:pt x="629" y="208"/>
                    </a:cubicBezTo>
                    <a:cubicBezTo>
                      <a:pt x="595" y="212"/>
                      <a:pt x="561" y="195"/>
                      <a:pt x="544" y="165"/>
                    </a:cubicBezTo>
                    <a:cubicBezTo>
                      <a:pt x="532" y="144"/>
                      <a:pt x="519" y="123"/>
                      <a:pt x="507" y="102"/>
                    </a:cubicBezTo>
                    <a:cubicBezTo>
                      <a:pt x="403" y="146"/>
                      <a:pt x="403" y="146"/>
                      <a:pt x="403" y="146"/>
                    </a:cubicBezTo>
                    <a:cubicBezTo>
                      <a:pt x="409" y="169"/>
                      <a:pt x="415" y="193"/>
                      <a:pt x="421" y="216"/>
                    </a:cubicBezTo>
                    <a:cubicBezTo>
                      <a:pt x="430" y="250"/>
                      <a:pt x="418" y="285"/>
                      <a:pt x="391" y="306"/>
                    </a:cubicBezTo>
                    <a:cubicBezTo>
                      <a:pt x="360" y="331"/>
                      <a:pt x="332" y="359"/>
                      <a:pt x="307" y="390"/>
                    </a:cubicBezTo>
                    <a:cubicBezTo>
                      <a:pt x="286" y="418"/>
                      <a:pt x="251" y="429"/>
                      <a:pt x="217" y="420"/>
                    </a:cubicBezTo>
                    <a:cubicBezTo>
                      <a:pt x="193" y="414"/>
                      <a:pt x="170" y="408"/>
                      <a:pt x="146" y="402"/>
                    </a:cubicBezTo>
                    <a:cubicBezTo>
                      <a:pt x="103" y="506"/>
                      <a:pt x="103" y="506"/>
                      <a:pt x="103" y="506"/>
                    </a:cubicBezTo>
                    <a:cubicBezTo>
                      <a:pt x="124" y="519"/>
                      <a:pt x="145" y="531"/>
                      <a:pt x="166" y="543"/>
                    </a:cubicBezTo>
                    <a:cubicBezTo>
                      <a:pt x="196" y="561"/>
                      <a:pt x="213" y="594"/>
                      <a:pt x="209" y="628"/>
                    </a:cubicBezTo>
                    <a:cubicBezTo>
                      <a:pt x="204" y="668"/>
                      <a:pt x="204" y="708"/>
                      <a:pt x="209" y="747"/>
                    </a:cubicBezTo>
                    <a:cubicBezTo>
                      <a:pt x="213" y="781"/>
                      <a:pt x="196" y="815"/>
                      <a:pt x="166" y="832"/>
                    </a:cubicBezTo>
                    <a:cubicBezTo>
                      <a:pt x="145" y="844"/>
                      <a:pt x="124" y="856"/>
                      <a:pt x="103" y="869"/>
                    </a:cubicBezTo>
                    <a:cubicBezTo>
                      <a:pt x="146" y="973"/>
                      <a:pt x="146" y="973"/>
                      <a:pt x="146" y="973"/>
                    </a:cubicBezTo>
                    <a:cubicBezTo>
                      <a:pt x="170" y="968"/>
                      <a:pt x="193" y="961"/>
                      <a:pt x="217" y="955"/>
                    </a:cubicBezTo>
                    <a:cubicBezTo>
                      <a:pt x="251" y="946"/>
                      <a:pt x="286" y="958"/>
                      <a:pt x="307" y="985"/>
                    </a:cubicBezTo>
                    <a:cubicBezTo>
                      <a:pt x="332" y="1016"/>
                      <a:pt x="360" y="1044"/>
                      <a:pt x="391" y="1069"/>
                    </a:cubicBezTo>
                    <a:cubicBezTo>
                      <a:pt x="418" y="1090"/>
                      <a:pt x="430" y="1125"/>
                      <a:pt x="421" y="1159"/>
                    </a:cubicBezTo>
                    <a:cubicBezTo>
                      <a:pt x="415" y="1183"/>
                      <a:pt x="409" y="1206"/>
                      <a:pt x="403" y="123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5" name="Freeform 19">
                <a:extLst>
                  <a:ext uri="{FF2B5EF4-FFF2-40B4-BE49-F238E27FC236}">
                    <a16:creationId xmlns:a16="http://schemas.microsoft.com/office/drawing/2014/main" id="{ACEE8889-A8B0-6D32-2E3C-1EC366BCD3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2375" y="11879263"/>
                <a:ext cx="2255837" cy="2120900"/>
              </a:xfrm>
              <a:custGeom>
                <a:avLst/>
                <a:gdLst>
                  <a:gd name="T0" fmla="*/ 354 w 709"/>
                  <a:gd name="T1" fmla="*/ 667 h 667"/>
                  <a:gd name="T2" fmla="*/ 235 w 709"/>
                  <a:gd name="T3" fmla="*/ 643 h 667"/>
                  <a:gd name="T4" fmla="*/ 66 w 709"/>
                  <a:gd name="T5" fmla="*/ 474 h 667"/>
                  <a:gd name="T6" fmla="*/ 235 w 709"/>
                  <a:gd name="T7" fmla="*/ 66 h 667"/>
                  <a:gd name="T8" fmla="*/ 643 w 709"/>
                  <a:gd name="T9" fmla="*/ 235 h 667"/>
                  <a:gd name="T10" fmla="*/ 643 w 709"/>
                  <a:gd name="T11" fmla="*/ 235 h 667"/>
                  <a:gd name="T12" fmla="*/ 474 w 709"/>
                  <a:gd name="T13" fmla="*/ 643 h 667"/>
                  <a:gd name="T14" fmla="*/ 354 w 709"/>
                  <a:gd name="T15" fmla="*/ 667 h 667"/>
                  <a:gd name="T16" fmla="*/ 354 w 709"/>
                  <a:gd name="T17" fmla="*/ 134 h 667"/>
                  <a:gd name="T18" fmla="*/ 270 w 709"/>
                  <a:gd name="T19" fmla="*/ 151 h 667"/>
                  <a:gd name="T20" fmla="*/ 150 w 709"/>
                  <a:gd name="T21" fmla="*/ 439 h 667"/>
                  <a:gd name="T22" fmla="*/ 270 w 709"/>
                  <a:gd name="T23" fmla="*/ 559 h 667"/>
                  <a:gd name="T24" fmla="*/ 439 w 709"/>
                  <a:gd name="T25" fmla="*/ 559 h 667"/>
                  <a:gd name="T26" fmla="*/ 558 w 709"/>
                  <a:gd name="T27" fmla="*/ 270 h 667"/>
                  <a:gd name="T28" fmla="*/ 354 w 709"/>
                  <a:gd name="T29" fmla="*/ 134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9" h="667">
                    <a:moveTo>
                      <a:pt x="354" y="667"/>
                    </a:moveTo>
                    <a:cubicBezTo>
                      <a:pt x="314" y="667"/>
                      <a:pt x="273" y="659"/>
                      <a:pt x="235" y="643"/>
                    </a:cubicBezTo>
                    <a:cubicBezTo>
                      <a:pt x="158" y="611"/>
                      <a:pt x="98" y="551"/>
                      <a:pt x="66" y="474"/>
                    </a:cubicBezTo>
                    <a:cubicBezTo>
                      <a:pt x="0" y="315"/>
                      <a:pt x="76" y="132"/>
                      <a:pt x="235" y="66"/>
                    </a:cubicBezTo>
                    <a:cubicBezTo>
                      <a:pt x="394" y="0"/>
                      <a:pt x="577" y="76"/>
                      <a:pt x="643" y="235"/>
                    </a:cubicBezTo>
                    <a:cubicBezTo>
                      <a:pt x="643" y="235"/>
                      <a:pt x="643" y="235"/>
                      <a:pt x="643" y="235"/>
                    </a:cubicBezTo>
                    <a:cubicBezTo>
                      <a:pt x="709" y="394"/>
                      <a:pt x="633" y="577"/>
                      <a:pt x="474" y="643"/>
                    </a:cubicBezTo>
                    <a:cubicBezTo>
                      <a:pt x="435" y="659"/>
                      <a:pt x="395" y="667"/>
                      <a:pt x="354" y="667"/>
                    </a:cubicBezTo>
                    <a:close/>
                    <a:moveTo>
                      <a:pt x="354" y="134"/>
                    </a:moveTo>
                    <a:cubicBezTo>
                      <a:pt x="326" y="134"/>
                      <a:pt x="297" y="139"/>
                      <a:pt x="270" y="151"/>
                    </a:cubicBezTo>
                    <a:cubicBezTo>
                      <a:pt x="157" y="197"/>
                      <a:pt x="104" y="327"/>
                      <a:pt x="150" y="439"/>
                    </a:cubicBezTo>
                    <a:cubicBezTo>
                      <a:pt x="173" y="494"/>
                      <a:pt x="215" y="536"/>
                      <a:pt x="270" y="559"/>
                    </a:cubicBezTo>
                    <a:cubicBezTo>
                      <a:pt x="324" y="581"/>
                      <a:pt x="384" y="581"/>
                      <a:pt x="439" y="559"/>
                    </a:cubicBezTo>
                    <a:cubicBezTo>
                      <a:pt x="551" y="512"/>
                      <a:pt x="605" y="383"/>
                      <a:pt x="558" y="270"/>
                    </a:cubicBezTo>
                    <a:cubicBezTo>
                      <a:pt x="523" y="185"/>
                      <a:pt x="441" y="134"/>
                      <a:pt x="354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6" name="Freeform 20">
                <a:extLst>
                  <a:ext uri="{FF2B5EF4-FFF2-40B4-BE49-F238E27FC236}">
                    <a16:creationId xmlns:a16="http://schemas.microsoft.com/office/drawing/2014/main" id="{D316F290-FE96-0364-FFF3-9847B4F960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34075" y="8651875"/>
                <a:ext cx="3311525" cy="3309938"/>
              </a:xfrm>
              <a:custGeom>
                <a:avLst/>
                <a:gdLst>
                  <a:gd name="T0" fmla="*/ 476 w 1041"/>
                  <a:gd name="T1" fmla="*/ 1041 h 1041"/>
                  <a:gd name="T2" fmla="*/ 397 w 1041"/>
                  <a:gd name="T3" fmla="*/ 930 h 1041"/>
                  <a:gd name="T4" fmla="*/ 279 w 1041"/>
                  <a:gd name="T5" fmla="*/ 927 h 1041"/>
                  <a:gd name="T6" fmla="*/ 121 w 1041"/>
                  <a:gd name="T7" fmla="*/ 857 h 1041"/>
                  <a:gd name="T8" fmla="*/ 143 w 1041"/>
                  <a:gd name="T9" fmla="*/ 723 h 1041"/>
                  <a:gd name="T10" fmla="*/ 62 w 1041"/>
                  <a:gd name="T11" fmla="*/ 637 h 1041"/>
                  <a:gd name="T12" fmla="*/ 0 w 1041"/>
                  <a:gd name="T13" fmla="*/ 476 h 1041"/>
                  <a:gd name="T14" fmla="*/ 111 w 1041"/>
                  <a:gd name="T15" fmla="*/ 397 h 1041"/>
                  <a:gd name="T16" fmla="*/ 114 w 1041"/>
                  <a:gd name="T17" fmla="*/ 279 h 1041"/>
                  <a:gd name="T18" fmla="*/ 184 w 1041"/>
                  <a:gd name="T19" fmla="*/ 121 h 1041"/>
                  <a:gd name="T20" fmla="*/ 318 w 1041"/>
                  <a:gd name="T21" fmla="*/ 143 h 1041"/>
                  <a:gd name="T22" fmla="*/ 404 w 1041"/>
                  <a:gd name="T23" fmla="*/ 62 h 1041"/>
                  <a:gd name="T24" fmla="*/ 565 w 1041"/>
                  <a:gd name="T25" fmla="*/ 0 h 1041"/>
                  <a:gd name="T26" fmla="*/ 644 w 1041"/>
                  <a:gd name="T27" fmla="*/ 110 h 1041"/>
                  <a:gd name="T28" fmla="*/ 762 w 1041"/>
                  <a:gd name="T29" fmla="*/ 114 h 1041"/>
                  <a:gd name="T30" fmla="*/ 920 w 1041"/>
                  <a:gd name="T31" fmla="*/ 184 h 1041"/>
                  <a:gd name="T32" fmla="*/ 898 w 1041"/>
                  <a:gd name="T33" fmla="*/ 318 h 1041"/>
                  <a:gd name="T34" fmla="*/ 979 w 1041"/>
                  <a:gd name="T35" fmla="*/ 404 h 1041"/>
                  <a:gd name="T36" fmla="*/ 1041 w 1041"/>
                  <a:gd name="T37" fmla="*/ 565 h 1041"/>
                  <a:gd name="T38" fmla="*/ 931 w 1041"/>
                  <a:gd name="T39" fmla="*/ 644 h 1041"/>
                  <a:gd name="T40" fmla="*/ 927 w 1041"/>
                  <a:gd name="T41" fmla="*/ 762 h 1041"/>
                  <a:gd name="T42" fmla="*/ 857 w 1041"/>
                  <a:gd name="T43" fmla="*/ 920 h 1041"/>
                  <a:gd name="T44" fmla="*/ 723 w 1041"/>
                  <a:gd name="T45" fmla="*/ 898 h 1041"/>
                  <a:gd name="T46" fmla="*/ 637 w 1041"/>
                  <a:gd name="T47" fmla="*/ 979 h 1041"/>
                  <a:gd name="T48" fmla="*/ 488 w 1041"/>
                  <a:gd name="T49" fmla="*/ 954 h 1041"/>
                  <a:gd name="T50" fmla="*/ 559 w 1041"/>
                  <a:gd name="T51" fmla="*/ 910 h 1041"/>
                  <a:gd name="T52" fmla="*/ 689 w 1041"/>
                  <a:gd name="T53" fmla="*/ 817 h 1041"/>
                  <a:gd name="T54" fmla="*/ 804 w 1041"/>
                  <a:gd name="T55" fmla="*/ 849 h 1041"/>
                  <a:gd name="T56" fmla="*/ 823 w 1041"/>
                  <a:gd name="T57" fmla="*/ 769 h 1041"/>
                  <a:gd name="T58" fmla="*/ 850 w 1041"/>
                  <a:gd name="T59" fmla="*/ 611 h 1041"/>
                  <a:gd name="T60" fmla="*/ 954 w 1041"/>
                  <a:gd name="T61" fmla="*/ 553 h 1041"/>
                  <a:gd name="T62" fmla="*/ 910 w 1041"/>
                  <a:gd name="T63" fmla="*/ 482 h 1041"/>
                  <a:gd name="T64" fmla="*/ 817 w 1041"/>
                  <a:gd name="T65" fmla="*/ 352 h 1041"/>
                  <a:gd name="T66" fmla="*/ 850 w 1041"/>
                  <a:gd name="T67" fmla="*/ 237 h 1041"/>
                  <a:gd name="T68" fmla="*/ 769 w 1041"/>
                  <a:gd name="T69" fmla="*/ 218 h 1041"/>
                  <a:gd name="T70" fmla="*/ 612 w 1041"/>
                  <a:gd name="T71" fmla="*/ 191 h 1041"/>
                  <a:gd name="T72" fmla="*/ 553 w 1041"/>
                  <a:gd name="T73" fmla="*/ 87 h 1041"/>
                  <a:gd name="T74" fmla="*/ 482 w 1041"/>
                  <a:gd name="T75" fmla="*/ 131 h 1041"/>
                  <a:gd name="T76" fmla="*/ 353 w 1041"/>
                  <a:gd name="T77" fmla="*/ 224 h 1041"/>
                  <a:gd name="T78" fmla="*/ 237 w 1041"/>
                  <a:gd name="T79" fmla="*/ 191 h 1041"/>
                  <a:gd name="T80" fmla="*/ 218 w 1041"/>
                  <a:gd name="T81" fmla="*/ 272 h 1041"/>
                  <a:gd name="T82" fmla="*/ 192 w 1041"/>
                  <a:gd name="T83" fmla="*/ 429 h 1041"/>
                  <a:gd name="T84" fmla="*/ 87 w 1041"/>
                  <a:gd name="T85" fmla="*/ 488 h 1041"/>
                  <a:gd name="T86" fmla="*/ 131 w 1041"/>
                  <a:gd name="T87" fmla="*/ 559 h 1041"/>
                  <a:gd name="T88" fmla="*/ 224 w 1041"/>
                  <a:gd name="T89" fmla="*/ 688 h 1041"/>
                  <a:gd name="T90" fmla="*/ 192 w 1041"/>
                  <a:gd name="T91" fmla="*/ 804 h 1041"/>
                  <a:gd name="T92" fmla="*/ 272 w 1041"/>
                  <a:gd name="T93" fmla="*/ 823 h 1041"/>
                  <a:gd name="T94" fmla="*/ 430 w 1041"/>
                  <a:gd name="T95" fmla="*/ 849 h 1041"/>
                  <a:gd name="T96" fmla="*/ 488 w 1041"/>
                  <a:gd name="T97" fmla="*/ 954 h 10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041" h="1041">
                    <a:moveTo>
                      <a:pt x="565" y="1041"/>
                    </a:moveTo>
                    <a:cubicBezTo>
                      <a:pt x="476" y="1041"/>
                      <a:pt x="476" y="1041"/>
                      <a:pt x="476" y="1041"/>
                    </a:cubicBezTo>
                    <a:cubicBezTo>
                      <a:pt x="440" y="1041"/>
                      <a:pt x="409" y="1014"/>
                      <a:pt x="404" y="979"/>
                    </a:cubicBezTo>
                    <a:cubicBezTo>
                      <a:pt x="402" y="963"/>
                      <a:pt x="399" y="947"/>
                      <a:pt x="397" y="930"/>
                    </a:cubicBezTo>
                    <a:cubicBezTo>
                      <a:pt x="370" y="922"/>
                      <a:pt x="343" y="911"/>
                      <a:pt x="318" y="898"/>
                    </a:cubicBezTo>
                    <a:cubicBezTo>
                      <a:pt x="305" y="907"/>
                      <a:pt x="292" y="917"/>
                      <a:pt x="279" y="927"/>
                    </a:cubicBezTo>
                    <a:cubicBezTo>
                      <a:pt x="250" y="948"/>
                      <a:pt x="210" y="945"/>
                      <a:pt x="184" y="920"/>
                    </a:cubicBezTo>
                    <a:cubicBezTo>
                      <a:pt x="121" y="857"/>
                      <a:pt x="121" y="857"/>
                      <a:pt x="121" y="857"/>
                    </a:cubicBezTo>
                    <a:cubicBezTo>
                      <a:pt x="96" y="831"/>
                      <a:pt x="93" y="791"/>
                      <a:pt x="114" y="762"/>
                    </a:cubicBezTo>
                    <a:cubicBezTo>
                      <a:pt x="124" y="749"/>
                      <a:pt x="133" y="736"/>
                      <a:pt x="143" y="723"/>
                    </a:cubicBezTo>
                    <a:cubicBezTo>
                      <a:pt x="130" y="698"/>
                      <a:pt x="119" y="671"/>
                      <a:pt x="111" y="644"/>
                    </a:cubicBezTo>
                    <a:cubicBezTo>
                      <a:pt x="94" y="642"/>
                      <a:pt x="78" y="639"/>
                      <a:pt x="62" y="637"/>
                    </a:cubicBezTo>
                    <a:cubicBezTo>
                      <a:pt x="27" y="632"/>
                      <a:pt x="0" y="601"/>
                      <a:pt x="0" y="565"/>
                    </a:cubicBezTo>
                    <a:cubicBezTo>
                      <a:pt x="0" y="476"/>
                      <a:pt x="0" y="476"/>
                      <a:pt x="0" y="476"/>
                    </a:cubicBezTo>
                    <a:cubicBezTo>
                      <a:pt x="0" y="440"/>
                      <a:pt x="27" y="409"/>
                      <a:pt x="62" y="404"/>
                    </a:cubicBezTo>
                    <a:cubicBezTo>
                      <a:pt x="78" y="401"/>
                      <a:pt x="94" y="399"/>
                      <a:pt x="111" y="397"/>
                    </a:cubicBezTo>
                    <a:cubicBezTo>
                      <a:pt x="119" y="369"/>
                      <a:pt x="130" y="343"/>
                      <a:pt x="143" y="318"/>
                    </a:cubicBezTo>
                    <a:cubicBezTo>
                      <a:pt x="133" y="305"/>
                      <a:pt x="124" y="291"/>
                      <a:pt x="114" y="279"/>
                    </a:cubicBezTo>
                    <a:cubicBezTo>
                      <a:pt x="93" y="250"/>
                      <a:pt x="96" y="209"/>
                      <a:pt x="121" y="184"/>
                    </a:cubicBezTo>
                    <a:cubicBezTo>
                      <a:pt x="184" y="121"/>
                      <a:pt x="184" y="121"/>
                      <a:pt x="184" y="121"/>
                    </a:cubicBezTo>
                    <a:cubicBezTo>
                      <a:pt x="210" y="96"/>
                      <a:pt x="250" y="92"/>
                      <a:pt x="279" y="114"/>
                    </a:cubicBezTo>
                    <a:cubicBezTo>
                      <a:pt x="292" y="123"/>
                      <a:pt x="305" y="133"/>
                      <a:pt x="318" y="143"/>
                    </a:cubicBezTo>
                    <a:cubicBezTo>
                      <a:pt x="343" y="129"/>
                      <a:pt x="370" y="118"/>
                      <a:pt x="397" y="110"/>
                    </a:cubicBezTo>
                    <a:cubicBezTo>
                      <a:pt x="399" y="94"/>
                      <a:pt x="402" y="78"/>
                      <a:pt x="404" y="62"/>
                    </a:cubicBezTo>
                    <a:cubicBezTo>
                      <a:pt x="409" y="27"/>
                      <a:pt x="440" y="0"/>
                      <a:pt x="476" y="0"/>
                    </a:cubicBezTo>
                    <a:cubicBezTo>
                      <a:pt x="565" y="0"/>
                      <a:pt x="565" y="0"/>
                      <a:pt x="565" y="0"/>
                    </a:cubicBezTo>
                    <a:cubicBezTo>
                      <a:pt x="601" y="0"/>
                      <a:pt x="632" y="27"/>
                      <a:pt x="637" y="62"/>
                    </a:cubicBezTo>
                    <a:cubicBezTo>
                      <a:pt x="640" y="78"/>
                      <a:pt x="642" y="94"/>
                      <a:pt x="644" y="110"/>
                    </a:cubicBezTo>
                    <a:cubicBezTo>
                      <a:pt x="672" y="118"/>
                      <a:pt x="698" y="129"/>
                      <a:pt x="723" y="143"/>
                    </a:cubicBezTo>
                    <a:cubicBezTo>
                      <a:pt x="736" y="133"/>
                      <a:pt x="750" y="123"/>
                      <a:pt x="762" y="114"/>
                    </a:cubicBezTo>
                    <a:cubicBezTo>
                      <a:pt x="791" y="92"/>
                      <a:pt x="832" y="96"/>
                      <a:pt x="857" y="121"/>
                    </a:cubicBezTo>
                    <a:cubicBezTo>
                      <a:pt x="920" y="184"/>
                      <a:pt x="920" y="184"/>
                      <a:pt x="920" y="184"/>
                    </a:cubicBezTo>
                    <a:cubicBezTo>
                      <a:pt x="945" y="209"/>
                      <a:pt x="949" y="250"/>
                      <a:pt x="927" y="278"/>
                    </a:cubicBezTo>
                    <a:cubicBezTo>
                      <a:pt x="918" y="291"/>
                      <a:pt x="908" y="305"/>
                      <a:pt x="898" y="318"/>
                    </a:cubicBezTo>
                    <a:cubicBezTo>
                      <a:pt x="912" y="343"/>
                      <a:pt x="923" y="369"/>
                      <a:pt x="931" y="397"/>
                    </a:cubicBezTo>
                    <a:cubicBezTo>
                      <a:pt x="947" y="399"/>
                      <a:pt x="963" y="401"/>
                      <a:pt x="979" y="404"/>
                    </a:cubicBezTo>
                    <a:cubicBezTo>
                      <a:pt x="1014" y="409"/>
                      <a:pt x="1041" y="440"/>
                      <a:pt x="1041" y="476"/>
                    </a:cubicBezTo>
                    <a:cubicBezTo>
                      <a:pt x="1041" y="565"/>
                      <a:pt x="1041" y="565"/>
                      <a:pt x="1041" y="565"/>
                    </a:cubicBezTo>
                    <a:cubicBezTo>
                      <a:pt x="1041" y="601"/>
                      <a:pt x="1014" y="632"/>
                      <a:pt x="979" y="637"/>
                    </a:cubicBezTo>
                    <a:cubicBezTo>
                      <a:pt x="963" y="639"/>
                      <a:pt x="947" y="642"/>
                      <a:pt x="931" y="644"/>
                    </a:cubicBezTo>
                    <a:cubicBezTo>
                      <a:pt x="923" y="671"/>
                      <a:pt x="911" y="698"/>
                      <a:pt x="898" y="723"/>
                    </a:cubicBezTo>
                    <a:cubicBezTo>
                      <a:pt x="908" y="736"/>
                      <a:pt x="918" y="749"/>
                      <a:pt x="927" y="762"/>
                    </a:cubicBezTo>
                    <a:cubicBezTo>
                      <a:pt x="949" y="791"/>
                      <a:pt x="945" y="831"/>
                      <a:pt x="920" y="857"/>
                    </a:cubicBezTo>
                    <a:cubicBezTo>
                      <a:pt x="857" y="920"/>
                      <a:pt x="857" y="920"/>
                      <a:pt x="857" y="920"/>
                    </a:cubicBezTo>
                    <a:cubicBezTo>
                      <a:pt x="832" y="945"/>
                      <a:pt x="791" y="948"/>
                      <a:pt x="762" y="927"/>
                    </a:cubicBezTo>
                    <a:cubicBezTo>
                      <a:pt x="750" y="917"/>
                      <a:pt x="736" y="907"/>
                      <a:pt x="723" y="898"/>
                    </a:cubicBezTo>
                    <a:cubicBezTo>
                      <a:pt x="698" y="911"/>
                      <a:pt x="672" y="922"/>
                      <a:pt x="644" y="930"/>
                    </a:cubicBezTo>
                    <a:cubicBezTo>
                      <a:pt x="642" y="947"/>
                      <a:pt x="640" y="963"/>
                      <a:pt x="637" y="979"/>
                    </a:cubicBezTo>
                    <a:cubicBezTo>
                      <a:pt x="632" y="1014"/>
                      <a:pt x="601" y="1041"/>
                      <a:pt x="565" y="1041"/>
                    </a:cubicBezTo>
                    <a:close/>
                    <a:moveTo>
                      <a:pt x="488" y="954"/>
                    </a:moveTo>
                    <a:cubicBezTo>
                      <a:pt x="553" y="954"/>
                      <a:pt x="553" y="954"/>
                      <a:pt x="553" y="954"/>
                    </a:cubicBezTo>
                    <a:cubicBezTo>
                      <a:pt x="555" y="939"/>
                      <a:pt x="557" y="924"/>
                      <a:pt x="559" y="910"/>
                    </a:cubicBezTo>
                    <a:cubicBezTo>
                      <a:pt x="563" y="881"/>
                      <a:pt x="583" y="857"/>
                      <a:pt x="612" y="849"/>
                    </a:cubicBezTo>
                    <a:cubicBezTo>
                      <a:pt x="639" y="842"/>
                      <a:pt x="665" y="831"/>
                      <a:pt x="689" y="817"/>
                    </a:cubicBezTo>
                    <a:cubicBezTo>
                      <a:pt x="714" y="803"/>
                      <a:pt x="746" y="805"/>
                      <a:pt x="769" y="823"/>
                    </a:cubicBezTo>
                    <a:cubicBezTo>
                      <a:pt x="781" y="832"/>
                      <a:pt x="793" y="841"/>
                      <a:pt x="804" y="849"/>
                    </a:cubicBezTo>
                    <a:cubicBezTo>
                      <a:pt x="850" y="804"/>
                      <a:pt x="850" y="804"/>
                      <a:pt x="850" y="804"/>
                    </a:cubicBezTo>
                    <a:cubicBezTo>
                      <a:pt x="841" y="792"/>
                      <a:pt x="832" y="780"/>
                      <a:pt x="823" y="769"/>
                    </a:cubicBezTo>
                    <a:cubicBezTo>
                      <a:pt x="805" y="745"/>
                      <a:pt x="803" y="714"/>
                      <a:pt x="817" y="688"/>
                    </a:cubicBezTo>
                    <a:cubicBezTo>
                      <a:pt x="831" y="664"/>
                      <a:pt x="842" y="638"/>
                      <a:pt x="850" y="611"/>
                    </a:cubicBezTo>
                    <a:cubicBezTo>
                      <a:pt x="857" y="583"/>
                      <a:pt x="881" y="562"/>
                      <a:pt x="910" y="559"/>
                    </a:cubicBezTo>
                    <a:cubicBezTo>
                      <a:pt x="925" y="557"/>
                      <a:pt x="940" y="555"/>
                      <a:pt x="954" y="553"/>
                    </a:cubicBezTo>
                    <a:cubicBezTo>
                      <a:pt x="954" y="488"/>
                      <a:pt x="954" y="488"/>
                      <a:pt x="954" y="488"/>
                    </a:cubicBezTo>
                    <a:cubicBezTo>
                      <a:pt x="940" y="486"/>
                      <a:pt x="925" y="484"/>
                      <a:pt x="910" y="482"/>
                    </a:cubicBezTo>
                    <a:cubicBezTo>
                      <a:pt x="881" y="478"/>
                      <a:pt x="857" y="458"/>
                      <a:pt x="850" y="429"/>
                    </a:cubicBezTo>
                    <a:cubicBezTo>
                      <a:pt x="842" y="402"/>
                      <a:pt x="831" y="376"/>
                      <a:pt x="817" y="352"/>
                    </a:cubicBezTo>
                    <a:cubicBezTo>
                      <a:pt x="803" y="327"/>
                      <a:pt x="805" y="295"/>
                      <a:pt x="823" y="272"/>
                    </a:cubicBezTo>
                    <a:cubicBezTo>
                      <a:pt x="832" y="260"/>
                      <a:pt x="841" y="248"/>
                      <a:pt x="850" y="237"/>
                    </a:cubicBezTo>
                    <a:cubicBezTo>
                      <a:pt x="804" y="191"/>
                      <a:pt x="804" y="191"/>
                      <a:pt x="804" y="191"/>
                    </a:cubicBezTo>
                    <a:cubicBezTo>
                      <a:pt x="793" y="200"/>
                      <a:pt x="781" y="209"/>
                      <a:pt x="769" y="218"/>
                    </a:cubicBezTo>
                    <a:cubicBezTo>
                      <a:pt x="746" y="236"/>
                      <a:pt x="714" y="238"/>
                      <a:pt x="689" y="224"/>
                    </a:cubicBezTo>
                    <a:cubicBezTo>
                      <a:pt x="665" y="210"/>
                      <a:pt x="639" y="199"/>
                      <a:pt x="612" y="191"/>
                    </a:cubicBezTo>
                    <a:cubicBezTo>
                      <a:pt x="583" y="184"/>
                      <a:pt x="563" y="160"/>
                      <a:pt x="559" y="131"/>
                    </a:cubicBezTo>
                    <a:cubicBezTo>
                      <a:pt x="557" y="116"/>
                      <a:pt x="555" y="101"/>
                      <a:pt x="553" y="87"/>
                    </a:cubicBezTo>
                    <a:cubicBezTo>
                      <a:pt x="488" y="87"/>
                      <a:pt x="488" y="87"/>
                      <a:pt x="488" y="87"/>
                    </a:cubicBezTo>
                    <a:cubicBezTo>
                      <a:pt x="486" y="101"/>
                      <a:pt x="484" y="116"/>
                      <a:pt x="482" y="131"/>
                    </a:cubicBezTo>
                    <a:cubicBezTo>
                      <a:pt x="479" y="160"/>
                      <a:pt x="458" y="184"/>
                      <a:pt x="430" y="191"/>
                    </a:cubicBezTo>
                    <a:cubicBezTo>
                      <a:pt x="403" y="199"/>
                      <a:pt x="377" y="210"/>
                      <a:pt x="353" y="224"/>
                    </a:cubicBezTo>
                    <a:cubicBezTo>
                      <a:pt x="327" y="238"/>
                      <a:pt x="296" y="236"/>
                      <a:pt x="272" y="218"/>
                    </a:cubicBezTo>
                    <a:cubicBezTo>
                      <a:pt x="261" y="209"/>
                      <a:pt x="249" y="200"/>
                      <a:pt x="237" y="191"/>
                    </a:cubicBezTo>
                    <a:cubicBezTo>
                      <a:pt x="192" y="237"/>
                      <a:pt x="192" y="237"/>
                      <a:pt x="192" y="237"/>
                    </a:cubicBezTo>
                    <a:cubicBezTo>
                      <a:pt x="200" y="248"/>
                      <a:pt x="209" y="260"/>
                      <a:pt x="218" y="272"/>
                    </a:cubicBezTo>
                    <a:cubicBezTo>
                      <a:pt x="236" y="295"/>
                      <a:pt x="238" y="327"/>
                      <a:pt x="224" y="352"/>
                    </a:cubicBezTo>
                    <a:cubicBezTo>
                      <a:pt x="210" y="376"/>
                      <a:pt x="199" y="402"/>
                      <a:pt x="192" y="429"/>
                    </a:cubicBezTo>
                    <a:cubicBezTo>
                      <a:pt x="184" y="458"/>
                      <a:pt x="160" y="478"/>
                      <a:pt x="131" y="482"/>
                    </a:cubicBezTo>
                    <a:cubicBezTo>
                      <a:pt x="117" y="484"/>
                      <a:pt x="102" y="486"/>
                      <a:pt x="87" y="488"/>
                    </a:cubicBezTo>
                    <a:cubicBezTo>
                      <a:pt x="87" y="553"/>
                      <a:pt x="87" y="553"/>
                      <a:pt x="87" y="553"/>
                    </a:cubicBezTo>
                    <a:cubicBezTo>
                      <a:pt x="102" y="555"/>
                      <a:pt x="117" y="557"/>
                      <a:pt x="131" y="559"/>
                    </a:cubicBezTo>
                    <a:cubicBezTo>
                      <a:pt x="160" y="562"/>
                      <a:pt x="184" y="583"/>
                      <a:pt x="192" y="611"/>
                    </a:cubicBezTo>
                    <a:cubicBezTo>
                      <a:pt x="199" y="638"/>
                      <a:pt x="210" y="664"/>
                      <a:pt x="224" y="688"/>
                    </a:cubicBezTo>
                    <a:cubicBezTo>
                      <a:pt x="238" y="714"/>
                      <a:pt x="236" y="745"/>
                      <a:pt x="218" y="769"/>
                    </a:cubicBezTo>
                    <a:cubicBezTo>
                      <a:pt x="209" y="780"/>
                      <a:pt x="200" y="792"/>
                      <a:pt x="192" y="804"/>
                    </a:cubicBezTo>
                    <a:cubicBezTo>
                      <a:pt x="237" y="849"/>
                      <a:pt x="237" y="849"/>
                      <a:pt x="237" y="849"/>
                    </a:cubicBezTo>
                    <a:cubicBezTo>
                      <a:pt x="249" y="841"/>
                      <a:pt x="261" y="832"/>
                      <a:pt x="272" y="823"/>
                    </a:cubicBezTo>
                    <a:cubicBezTo>
                      <a:pt x="296" y="805"/>
                      <a:pt x="327" y="803"/>
                      <a:pt x="353" y="817"/>
                    </a:cubicBezTo>
                    <a:cubicBezTo>
                      <a:pt x="377" y="831"/>
                      <a:pt x="403" y="842"/>
                      <a:pt x="430" y="849"/>
                    </a:cubicBezTo>
                    <a:cubicBezTo>
                      <a:pt x="458" y="857"/>
                      <a:pt x="479" y="881"/>
                      <a:pt x="482" y="910"/>
                    </a:cubicBezTo>
                    <a:cubicBezTo>
                      <a:pt x="484" y="924"/>
                      <a:pt x="486" y="939"/>
                      <a:pt x="488" y="9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7" name="Freeform 21">
                <a:extLst>
                  <a:ext uri="{FF2B5EF4-FFF2-40B4-BE49-F238E27FC236}">
                    <a16:creationId xmlns:a16="http://schemas.microsoft.com/office/drawing/2014/main" id="{85BB963C-7AE5-282B-B6A2-6EF8D206A2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00875" y="9717088"/>
                <a:ext cx="1179512" cy="1179513"/>
              </a:xfrm>
              <a:custGeom>
                <a:avLst/>
                <a:gdLst>
                  <a:gd name="T0" fmla="*/ 186 w 371"/>
                  <a:gd name="T1" fmla="*/ 371 h 371"/>
                  <a:gd name="T2" fmla="*/ 0 w 371"/>
                  <a:gd name="T3" fmla="*/ 185 h 371"/>
                  <a:gd name="T4" fmla="*/ 186 w 371"/>
                  <a:gd name="T5" fmla="*/ 0 h 371"/>
                  <a:gd name="T6" fmla="*/ 371 w 371"/>
                  <a:gd name="T7" fmla="*/ 185 h 371"/>
                  <a:gd name="T8" fmla="*/ 186 w 371"/>
                  <a:gd name="T9" fmla="*/ 371 h 371"/>
                  <a:gd name="T10" fmla="*/ 186 w 371"/>
                  <a:gd name="T11" fmla="*/ 82 h 371"/>
                  <a:gd name="T12" fmla="*/ 83 w 371"/>
                  <a:gd name="T13" fmla="*/ 185 h 371"/>
                  <a:gd name="T14" fmla="*/ 186 w 371"/>
                  <a:gd name="T15" fmla="*/ 288 h 371"/>
                  <a:gd name="T16" fmla="*/ 289 w 371"/>
                  <a:gd name="T17" fmla="*/ 185 h 371"/>
                  <a:gd name="T18" fmla="*/ 186 w 371"/>
                  <a:gd name="T19" fmla="*/ 82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71" h="371">
                    <a:moveTo>
                      <a:pt x="186" y="371"/>
                    </a:moveTo>
                    <a:cubicBezTo>
                      <a:pt x="83" y="371"/>
                      <a:pt x="0" y="288"/>
                      <a:pt x="0" y="185"/>
                    </a:cubicBezTo>
                    <a:cubicBezTo>
                      <a:pt x="0" y="83"/>
                      <a:pt x="83" y="0"/>
                      <a:pt x="186" y="0"/>
                    </a:cubicBezTo>
                    <a:cubicBezTo>
                      <a:pt x="288" y="0"/>
                      <a:pt x="371" y="83"/>
                      <a:pt x="371" y="185"/>
                    </a:cubicBezTo>
                    <a:cubicBezTo>
                      <a:pt x="371" y="288"/>
                      <a:pt x="288" y="371"/>
                      <a:pt x="186" y="371"/>
                    </a:cubicBezTo>
                    <a:close/>
                    <a:moveTo>
                      <a:pt x="186" y="82"/>
                    </a:moveTo>
                    <a:cubicBezTo>
                      <a:pt x="129" y="82"/>
                      <a:pt x="83" y="128"/>
                      <a:pt x="83" y="185"/>
                    </a:cubicBezTo>
                    <a:cubicBezTo>
                      <a:pt x="83" y="242"/>
                      <a:pt x="129" y="288"/>
                      <a:pt x="186" y="288"/>
                    </a:cubicBezTo>
                    <a:cubicBezTo>
                      <a:pt x="243" y="288"/>
                      <a:pt x="289" y="242"/>
                      <a:pt x="289" y="185"/>
                    </a:cubicBezTo>
                    <a:cubicBezTo>
                      <a:pt x="289" y="128"/>
                      <a:pt x="243" y="82"/>
                      <a:pt x="186" y="8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32" name="Oval 23">
              <a:extLst>
                <a:ext uri="{FF2B5EF4-FFF2-40B4-BE49-F238E27FC236}">
                  <a16:creationId xmlns:a16="http://schemas.microsoft.com/office/drawing/2014/main" id="{EEB05FF1-78FB-F8DD-CF3B-42AE4DC6EAF4}"/>
                </a:ext>
              </a:extLst>
            </p:cNvPr>
            <p:cNvSpPr/>
            <p:nvPr/>
          </p:nvSpPr>
          <p:spPr>
            <a:xfrm>
              <a:off x="3241777" y="4387988"/>
              <a:ext cx="1464730" cy="1464728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38" name="Groupe 1037">
            <a:extLst>
              <a:ext uri="{FF2B5EF4-FFF2-40B4-BE49-F238E27FC236}">
                <a16:creationId xmlns:a16="http://schemas.microsoft.com/office/drawing/2014/main" id="{68D63F96-2F26-F4F2-2741-4384E3E0F13B}"/>
              </a:ext>
            </a:extLst>
          </p:cNvPr>
          <p:cNvGrpSpPr/>
          <p:nvPr/>
        </p:nvGrpSpPr>
        <p:grpSpPr>
          <a:xfrm>
            <a:off x="3910927" y="2184339"/>
            <a:ext cx="1819164" cy="2669391"/>
            <a:chOff x="5005093" y="2419954"/>
            <a:chExt cx="1819164" cy="2669391"/>
          </a:xfrm>
        </p:grpSpPr>
        <p:sp>
          <p:nvSpPr>
            <p:cNvPr id="1039" name="Arrow: Chevron 2">
              <a:extLst>
                <a:ext uri="{FF2B5EF4-FFF2-40B4-BE49-F238E27FC236}">
                  <a16:creationId xmlns:a16="http://schemas.microsoft.com/office/drawing/2014/main" id="{A6EA2C96-AB6A-AC4C-9CF6-2BA4FD07DD7E}"/>
                </a:ext>
              </a:extLst>
            </p:cNvPr>
            <p:cNvSpPr/>
            <p:nvPr/>
          </p:nvSpPr>
          <p:spPr>
            <a:xfrm>
              <a:off x="5337425" y="3176474"/>
              <a:ext cx="1297618" cy="288968"/>
            </a:xfrm>
            <a:prstGeom prst="chevro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0" name="TextBox 11">
              <a:extLst>
                <a:ext uri="{FF2B5EF4-FFF2-40B4-BE49-F238E27FC236}">
                  <a16:creationId xmlns:a16="http://schemas.microsoft.com/office/drawing/2014/main" id="{F3A480BA-E47F-A50F-A744-C05ED1DAE288}"/>
                </a:ext>
              </a:extLst>
            </p:cNvPr>
            <p:cNvSpPr txBox="1"/>
            <p:nvPr/>
          </p:nvSpPr>
          <p:spPr>
            <a:xfrm>
              <a:off x="5005093" y="2419954"/>
              <a:ext cx="181916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SYNTHESE DES</a:t>
              </a:r>
            </a:p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APPROCHES</a:t>
              </a:r>
            </a:p>
            <a:p>
              <a:pPr lvl="0" algn="ctr">
                <a:defRPr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w Cen MT" panose="020B0602020104020603" pitchFamily="34" charset="0"/>
                  <a:ea typeface="Noto Sans" panose="020B0502040504020204" pitchFamily="34"/>
                  <a:cs typeface="Noto Sans" panose="020B0502040504020204" pitchFamily="34"/>
                </a:rPr>
                <a:t>EXISTANTES</a:t>
              </a:r>
            </a:p>
          </p:txBody>
        </p:sp>
        <p:cxnSp>
          <p:nvCxnSpPr>
            <p:cNvPr id="1041" name="Straight Connector 22">
              <a:extLst>
                <a:ext uri="{FF2B5EF4-FFF2-40B4-BE49-F238E27FC236}">
                  <a16:creationId xmlns:a16="http://schemas.microsoft.com/office/drawing/2014/main" id="{5B705710-E548-E21D-A79F-F7F8ED2DFBA6}"/>
                </a:ext>
              </a:extLst>
            </p:cNvPr>
            <p:cNvCxnSpPr>
              <a:cxnSpLocks/>
              <a:stCxn id="1039" idx="2"/>
              <a:endCxn id="1042" idx="0"/>
            </p:cNvCxnSpPr>
            <p:nvPr/>
          </p:nvCxnSpPr>
          <p:spPr>
            <a:xfrm>
              <a:off x="5914675" y="3465441"/>
              <a:ext cx="11133" cy="48549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2" name="Oval 23">
              <a:extLst>
                <a:ext uri="{FF2B5EF4-FFF2-40B4-BE49-F238E27FC236}">
                  <a16:creationId xmlns:a16="http://schemas.microsoft.com/office/drawing/2014/main" id="{A0FB6484-0B48-5B68-EE71-562B20DC17FE}"/>
                </a:ext>
              </a:extLst>
            </p:cNvPr>
            <p:cNvSpPr/>
            <p:nvPr/>
          </p:nvSpPr>
          <p:spPr>
            <a:xfrm>
              <a:off x="5396163" y="3978427"/>
              <a:ext cx="1100428" cy="1110918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43" name="Image 1042">
              <a:extLst>
                <a:ext uri="{FF2B5EF4-FFF2-40B4-BE49-F238E27FC236}">
                  <a16:creationId xmlns:a16="http://schemas.microsoft.com/office/drawing/2014/main" id="{5AA72B30-CDDC-7552-796F-FF95B3906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6730" y="4215598"/>
              <a:ext cx="600348" cy="600348"/>
            </a:xfrm>
            <a:prstGeom prst="rect">
              <a:avLst/>
            </a:prstGeom>
          </p:spPr>
        </p:pic>
      </p:grpSp>
      <p:sp>
        <p:nvSpPr>
          <p:cNvPr id="1045" name="TextBox 47">
            <a:extLst>
              <a:ext uri="{FF2B5EF4-FFF2-40B4-BE49-F238E27FC236}">
                <a16:creationId xmlns:a16="http://schemas.microsoft.com/office/drawing/2014/main" id="{00D00ADB-E48D-5B72-B983-73439F6F94DE}"/>
              </a:ext>
            </a:extLst>
          </p:cNvPr>
          <p:cNvSpPr txBox="1"/>
          <p:nvPr/>
        </p:nvSpPr>
        <p:spPr>
          <a:xfrm>
            <a:off x="3217014" y="575628"/>
            <a:ext cx="5112477" cy="77930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dlanta" pitchFamily="50" charset="0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</a:rPr>
              <a:t>PLAN </a:t>
            </a:r>
            <a:r>
              <a:rPr lang="en-US" sz="3600" dirty="0">
                <a:solidFill>
                  <a:srgbClr val="FF6B06"/>
                </a:solidFill>
                <a:latin typeface="Tw Cen MT" panose="020B0602020104020603" pitchFamily="34" charset="0"/>
              </a:rPr>
              <a:t>DE </a:t>
            </a:r>
            <a:r>
              <a:rPr lang="fr-FR" sz="3600" dirty="0">
                <a:solidFill>
                  <a:srgbClr val="FF6B06"/>
                </a:solidFill>
                <a:latin typeface="Tw Cen MT" panose="020B0602020104020603" pitchFamily="34" charset="0"/>
              </a:rPr>
              <a:t>PRESEN</a:t>
            </a:r>
            <a:r>
              <a:rPr lang="fr-F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</a:rPr>
              <a:t>TATION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</a:rPr>
              <a:t> </a:t>
            </a:r>
            <a:endParaRPr lang="en-GB" sz="3600" dirty="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34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xit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/>
      <p:bldP spid="11" grpId="0" animBg="1"/>
      <p:bldP spid="14" grpId="0" animBg="1"/>
      <p:bldP spid="1045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127</Words>
  <Application>Microsoft Office PowerPoint</Application>
  <PresentationFormat>Grand écran</PresentationFormat>
  <Paragraphs>37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Monotype Corsiva</vt:lpstr>
      <vt:lpstr>montserrat</vt:lpstr>
      <vt:lpstr>Tahoma</vt:lpstr>
      <vt:lpstr>Times New Roman</vt:lpstr>
      <vt:lpstr>Tw Cen MT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kamdem</dc:creator>
  <cp:lastModifiedBy>giovanni kamdem</cp:lastModifiedBy>
  <cp:revision>6</cp:revision>
  <dcterms:created xsi:type="dcterms:W3CDTF">2026-08-23T19:25:44Z</dcterms:created>
  <dcterms:modified xsi:type="dcterms:W3CDTF">2026-08-24T18:45:58Z</dcterms:modified>
</cp:coreProperties>
</file>